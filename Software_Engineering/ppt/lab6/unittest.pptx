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8" r:id="rId3"/>
    <p:sldId id="281" r:id="rId4"/>
    <p:sldId id="288" r:id="rId6"/>
    <p:sldId id="289" r:id="rId7"/>
    <p:sldId id="290" r:id="rId8"/>
    <p:sldId id="29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2FE7D-97C8-4EE4-921E-9B0167278F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3D75B-3EC6-49DE-8237-F1C8E164710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fixture</a:t>
            </a:r>
            <a:r>
              <a:rPr kumimoji="1" lang="zh-CN" altLang="en-US" dirty="0"/>
              <a:t>指运行一个或多个测试所需的公用资源或数据集合。运行测试所需要的外部资源环境通常称为</a:t>
            </a:r>
            <a:r>
              <a:rPr kumimoji="1" lang="en-US" altLang="zh-CN" dirty="0" err="1"/>
              <a:t>testfixture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r>
              <a:rPr kumimoji="1" lang="en-US" altLang="zh-CN" dirty="0" err="1"/>
              <a:t>TestCase</a:t>
            </a:r>
            <a:r>
              <a:rPr kumimoji="1" lang="zh-CN" altLang="en-US" dirty="0"/>
              <a:t>通过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方法自动创建和销毁</a:t>
            </a:r>
            <a:r>
              <a:rPr kumimoji="1" lang="en-US" altLang="zh-CN" dirty="0"/>
              <a:t>fixture</a:t>
            </a:r>
            <a:r>
              <a:rPr kumimoji="1" lang="zh-CN" altLang="en-US" dirty="0"/>
              <a:t>。</a:t>
            </a:r>
            <a:r>
              <a:rPr kumimoji="1" lang="en-US" altLang="zh-CN" dirty="0" err="1"/>
              <a:t>TextCase</a:t>
            </a:r>
            <a:r>
              <a:rPr kumimoji="1" lang="zh-CN" altLang="en-US" dirty="0"/>
              <a:t>会在每个测试运行之前调用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，并且在每个测试完成之后调用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01CA4-A8CF-5542-9EE1-1CCA9EA568A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fixture</a:t>
            </a:r>
            <a:r>
              <a:rPr kumimoji="1" lang="zh-CN" altLang="en-US" dirty="0"/>
              <a:t>指运行一个或多个测试所需的公用资源或数据集合。运行测试所需要的外部资源环境通常称为</a:t>
            </a:r>
            <a:r>
              <a:rPr kumimoji="1" lang="en-US" altLang="zh-CN" dirty="0" err="1"/>
              <a:t>testfixture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r>
              <a:rPr kumimoji="1" lang="en-US" altLang="zh-CN" dirty="0" err="1"/>
              <a:t>TestCase</a:t>
            </a:r>
            <a:r>
              <a:rPr kumimoji="1" lang="zh-CN" altLang="en-US" dirty="0"/>
              <a:t>通过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方法自动创建和销毁</a:t>
            </a:r>
            <a:r>
              <a:rPr kumimoji="1" lang="en-US" altLang="zh-CN" dirty="0"/>
              <a:t>fixture</a:t>
            </a:r>
            <a:r>
              <a:rPr kumimoji="1" lang="zh-CN" altLang="en-US" dirty="0"/>
              <a:t>。</a:t>
            </a:r>
            <a:r>
              <a:rPr kumimoji="1" lang="en-US" altLang="zh-CN" dirty="0" err="1"/>
              <a:t>TextCase</a:t>
            </a:r>
            <a:r>
              <a:rPr kumimoji="1" lang="zh-CN" altLang="en-US" dirty="0"/>
              <a:t>会在每个测试运行之前调用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，并且在每个测试完成之后调用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01CA4-A8CF-5542-9EE1-1CCA9EA568A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fixture</a:t>
            </a:r>
            <a:r>
              <a:rPr kumimoji="1" lang="zh-CN" altLang="en-US" dirty="0"/>
              <a:t>指运行一个或多个测试所需的公用资源或数据集合。运行测试所需要的外部资源环境通常称为</a:t>
            </a:r>
            <a:r>
              <a:rPr kumimoji="1" lang="en-US" altLang="zh-CN" dirty="0" err="1"/>
              <a:t>testfixture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r>
              <a:rPr kumimoji="1" lang="en-US" altLang="zh-CN" dirty="0" err="1"/>
              <a:t>TestCase</a:t>
            </a:r>
            <a:r>
              <a:rPr kumimoji="1" lang="zh-CN" altLang="en-US" dirty="0"/>
              <a:t>通过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方法自动创建和销毁</a:t>
            </a:r>
            <a:r>
              <a:rPr kumimoji="1" lang="en-US" altLang="zh-CN" dirty="0"/>
              <a:t>fixture</a:t>
            </a:r>
            <a:r>
              <a:rPr kumimoji="1" lang="zh-CN" altLang="en-US" dirty="0"/>
              <a:t>。</a:t>
            </a:r>
            <a:r>
              <a:rPr kumimoji="1" lang="en-US" altLang="zh-CN" dirty="0" err="1"/>
              <a:t>TextCase</a:t>
            </a:r>
            <a:r>
              <a:rPr kumimoji="1" lang="zh-CN" altLang="en-US" dirty="0"/>
              <a:t>会在每个测试运行之前调用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，并且在每个测试完成之后调用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01CA4-A8CF-5542-9EE1-1CCA9EA568A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fixture</a:t>
            </a:r>
            <a:r>
              <a:rPr kumimoji="1" lang="zh-CN" altLang="en-US" dirty="0"/>
              <a:t>指运行一个或多个测试所需的公用资源或数据集合。运行测试所需要的外部资源环境通常称为</a:t>
            </a:r>
            <a:r>
              <a:rPr kumimoji="1" lang="en-US" altLang="zh-CN" dirty="0" err="1"/>
              <a:t>testfixture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r>
              <a:rPr kumimoji="1" lang="en-US" altLang="zh-CN" dirty="0" err="1"/>
              <a:t>TestCase</a:t>
            </a:r>
            <a:r>
              <a:rPr kumimoji="1" lang="zh-CN" altLang="en-US" dirty="0"/>
              <a:t>通过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方法自动创建和销毁</a:t>
            </a:r>
            <a:r>
              <a:rPr kumimoji="1" lang="en-US" altLang="zh-CN" dirty="0"/>
              <a:t>fixture</a:t>
            </a:r>
            <a:r>
              <a:rPr kumimoji="1" lang="zh-CN" altLang="en-US" dirty="0"/>
              <a:t>。</a:t>
            </a:r>
            <a:r>
              <a:rPr kumimoji="1" lang="en-US" altLang="zh-CN" dirty="0" err="1"/>
              <a:t>TextCase</a:t>
            </a:r>
            <a:r>
              <a:rPr kumimoji="1" lang="zh-CN" altLang="en-US" dirty="0"/>
              <a:t>会在每个测试运行之前调用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，并且在每个测试完成之后调用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01CA4-A8CF-5542-9EE1-1CCA9EA568A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fixture</a:t>
            </a:r>
            <a:r>
              <a:rPr kumimoji="1" lang="zh-CN" altLang="en-US" dirty="0"/>
              <a:t>指运行一个或多个测试所需的公用资源或数据集合。运行测试所需要的外部资源环境通常称为</a:t>
            </a:r>
            <a:r>
              <a:rPr kumimoji="1" lang="en-US" altLang="zh-CN" dirty="0" err="1"/>
              <a:t>testfixture</a:t>
            </a:r>
            <a:r>
              <a:rPr kumimoji="1" lang="en-US" altLang="zh-CN" dirty="0"/>
              <a:t>.</a:t>
            </a:r>
            <a:endParaRPr kumimoji="1" lang="en-US" altLang="zh-CN" dirty="0"/>
          </a:p>
          <a:p>
            <a:r>
              <a:rPr kumimoji="1" lang="en-US" altLang="zh-CN" dirty="0" err="1"/>
              <a:t>TestCase</a:t>
            </a:r>
            <a:r>
              <a:rPr kumimoji="1" lang="zh-CN" altLang="en-US" dirty="0"/>
              <a:t>通过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方法自动创建和销毁</a:t>
            </a:r>
            <a:r>
              <a:rPr kumimoji="1" lang="en-US" altLang="zh-CN" dirty="0"/>
              <a:t>fixture</a:t>
            </a:r>
            <a:r>
              <a:rPr kumimoji="1" lang="zh-CN" altLang="en-US" dirty="0"/>
              <a:t>。</a:t>
            </a:r>
            <a:r>
              <a:rPr kumimoji="1" lang="en-US" altLang="zh-CN" dirty="0" err="1"/>
              <a:t>TextCase</a:t>
            </a:r>
            <a:r>
              <a:rPr kumimoji="1" lang="zh-CN" altLang="en-US" dirty="0"/>
              <a:t>会在每个测试运行之前调用</a:t>
            </a:r>
            <a:r>
              <a:rPr kumimoji="1" lang="en-US" altLang="zh-CN" dirty="0" err="1"/>
              <a:t>setUp</a:t>
            </a:r>
            <a:r>
              <a:rPr kumimoji="1" lang="en-US" altLang="zh-CN" dirty="0"/>
              <a:t>()</a:t>
            </a:r>
            <a:r>
              <a:rPr kumimoji="1" lang="zh-CN" altLang="en-US" dirty="0"/>
              <a:t>，并且在每个测试完成之后调用</a:t>
            </a:r>
            <a:r>
              <a:rPr kumimoji="1" lang="en-US" altLang="zh-CN" dirty="0" err="1"/>
              <a:t>tearDown</a:t>
            </a:r>
            <a:r>
              <a:rPr kumimoji="1" lang="en-US" altLang="zh-CN" dirty="0"/>
              <a:t>()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01CA4-A8CF-5542-9EE1-1CCA9EA568A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C0374-AF0C-46A7-9315-7BAA44BB72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4D94B-7781-4B6D-9142-695D501771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 </a:t>
            </a:r>
            <a:r>
              <a:rPr kumimoji="1" lang="en-US" altLang="zh-CN" dirty="0"/>
              <a:t>unittest</a:t>
            </a:r>
            <a:r>
              <a:rPr kumimoji="1" lang="zh-CN" altLang="en-US" dirty="0"/>
              <a:t> 进行单元测试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unittest</a:t>
            </a:r>
            <a:r>
              <a:rPr kumimoji="1"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是</a:t>
            </a:r>
            <a:r>
              <a:rPr kumimoji="1"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r>
              <a:rPr kumimoji="1"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单元测试框架，类似于</a:t>
            </a:r>
            <a:r>
              <a:rPr kumimoji="1"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Java</a:t>
            </a:r>
            <a:r>
              <a:rPr kumimoji="1"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kumimoji="1"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JUnit</a:t>
            </a:r>
            <a:r>
              <a:rPr kumimoji="1"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框架，主要用于</a:t>
            </a:r>
            <a:r>
              <a:rPr kumimoji="1"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r>
              <a:rPr kumimoji="1"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代码单元测试，是一种优秀的测试框架。</a:t>
            </a:r>
            <a:endParaRPr kumimoji="1"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unittest</a:t>
            </a:r>
            <a:r>
              <a:rPr kumimoji="1"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包含以下四个概念：</a:t>
            </a:r>
            <a:endParaRPr kumimoji="1"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 fixture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：对一个测试用例环境的搭建和销毁，是一个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fixture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，通过覆盖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TestCase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setUp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()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tearDown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()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方法来实现。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 case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：一个完整的测试单元。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 suite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：多个测试用例集合在一起，就是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TestSuite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，而且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TestSuite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也可以嵌套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TestSuite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 runner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：是来执行测试用例的，其中的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run(test)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会执行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TestSuite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/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TestCase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中的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run(result)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方法</a:t>
            </a:r>
            <a:endParaRPr kumimoji="1"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515"/>
    </mc:Choice>
    <mc:Fallback>
      <p:transition spd="slow" advTm="355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测试步骤：</a:t>
            </a:r>
            <a:endParaRPr kumimoji="1"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1954"/>
          </a:xfrm>
        </p:spPr>
        <p:txBody>
          <a:bodyPr/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、编写一个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类，继承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unittest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模块中的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TestCase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类，这就是一个测试类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392" y="3170983"/>
            <a:ext cx="7799733" cy="2652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82"/>
    </mc:Choice>
    <mc:Fallback>
      <p:transition spd="slow" advTm="1548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测试步骤：</a:t>
            </a:r>
            <a:endParaRPr kumimoji="1"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1764"/>
          </a:xfrm>
        </p:spPr>
        <p:txBody>
          <a:bodyPr/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、在上面编写的测试类中定义测试方法（这个就是指的测试用例），每个方法的方法名要求以 </a:t>
            </a:r>
            <a:r>
              <a:rPr lang="en-US" altLang="zh-CN" b="0" i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打头，没有额外的参数。 在该测试方法中 调用被测试代码，校验测试结果，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TestCase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类中提供了很多标准的校验方法。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1178" y="3855535"/>
            <a:ext cx="9569643" cy="2208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82"/>
    </mc:Choice>
    <mc:Fallback>
      <p:transition spd="slow" advTm="1548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常见检验方法：</a:t>
            </a:r>
            <a:r>
              <a:rPr kumimoji="1" lang="zh-CN" altLang="en-US" sz="2400" dirty="0"/>
              <a:t>（左侧为函数，右侧为测试通过的条件）</a:t>
            </a:r>
            <a:endParaRPr kumimoji="1" lang="en-US" altLang="zh-CN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25905" y="1664871"/>
            <a:ext cx="10515600" cy="516731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assertEqual(a, b)     a == b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assertNotEqual(a, b)     a != b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assertTrue(x)     bool(x) is True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assertFalse(x)     bool(x) is False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assertIs(a, b)     a is b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assertIsNot(a, b)     a is not b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assertIsNone(x)     x is None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assertIsNotNone(x)     x is not None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assertIn(a, b)     a in b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assertNotIn(a, b)     a not in b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assertIsInstance(a, b)     isinstance(a, b)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 sz="11200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assertNotIsInstance(a, b)     not isinstance(a, b)</a:t>
            </a:r>
            <a:endParaRPr lang="en-US" altLang="zh-CN" sz="11200" b="0" i="0" dirty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82"/>
    </mc:Choice>
    <mc:Fallback>
      <p:transition spd="slow" advTm="1548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测试步骤：</a:t>
            </a:r>
            <a:endParaRPr kumimoji="1"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9870"/>
          </a:xfrm>
        </p:spPr>
        <p:txBody>
          <a:bodyPr/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、执行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unittest.main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()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，该函数会负责运行测试，它会实例化所有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TestCase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的子类，并运行其中所有以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test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打头的方法。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761" y="3181850"/>
            <a:ext cx="8124478" cy="2345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82"/>
    </mc:Choice>
    <mc:Fallback>
      <p:transition spd="slow" advTm="1548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完整代码：</a:t>
            </a:r>
            <a:endParaRPr kumimoji="1"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73" y="1690688"/>
            <a:ext cx="8035053" cy="4526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482"/>
    </mc:Choice>
    <mc:Fallback>
      <p:transition spd="slow" advTm="15482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WPS 演示</Application>
  <PresentationFormat>宽屏</PresentationFormat>
  <Paragraphs>39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PingFang SC</vt:lpstr>
      <vt:lpstr>Segoe Print</vt:lpstr>
      <vt:lpstr>等线 Light</vt:lpstr>
      <vt:lpstr>等线</vt:lpstr>
      <vt:lpstr>微软雅黑</vt:lpstr>
      <vt:lpstr>Arial Unicode MS</vt:lpstr>
      <vt:lpstr>Calibri</vt:lpstr>
      <vt:lpstr>Times New Roman</vt:lpstr>
      <vt:lpstr>Office 主题​​</vt:lpstr>
      <vt:lpstr>利用 unittest 进行单元测试</vt:lpstr>
      <vt:lpstr>测试步骤：</vt:lpstr>
      <vt:lpstr>测试步骤：</vt:lpstr>
      <vt:lpstr>常见检验方法：（左侧为函数，右侧为测试通过的条件）</vt:lpstr>
      <vt:lpstr>测试步骤：</vt:lpstr>
      <vt:lpstr>完整代码：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利用 unittest 进行单元测试</dc:title>
  <dc:creator> </dc:creator>
  <cp:lastModifiedBy>SY2121107</cp:lastModifiedBy>
  <cp:revision>42</cp:revision>
  <dcterms:created xsi:type="dcterms:W3CDTF">2021-05-22T12:29:00Z</dcterms:created>
  <dcterms:modified xsi:type="dcterms:W3CDTF">2022-04-23T00:56:42Z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2CC41E5CD3D8400693B0F8C077804939</vt:lpwstr>
  </property>
  <property fmtid="{D5CDD505-2E9C-101B-9397-08002B2CF9AE}" pid="3" name="KSOProductBuildVer">
    <vt:lpwstr>2052-11.1.0.11115</vt:lpwstr>
  </property>
</Properties>
</file>