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59" r:id="rId10"/>
    <p:sldId id="25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ang Zehuan" initials="HZ" lastIdx="1" clrIdx="0">
    <p:extLst>
      <p:ext uri="{19B8F6BF-5375-455C-9EA6-DF929625EA0E}">
        <p15:presenceInfo xmlns:p15="http://schemas.microsoft.com/office/powerpoint/2012/main" userId="05a8558c96c835b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99E"/>
    <a:srgbClr val="0044B2"/>
    <a:srgbClr val="013A9E"/>
    <a:srgbClr val="0074D6"/>
    <a:srgbClr val="0050D7"/>
    <a:srgbClr val="0052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38"/>
    <p:restoredTop sz="96405"/>
  </p:normalViewPr>
  <p:slideViewPr>
    <p:cSldViewPr snapToGrid="0" snapToObjects="1" showGuides="1">
      <p:cViewPr varScale="1">
        <p:scale>
          <a:sx n="95" d="100"/>
          <a:sy n="95" d="100"/>
        </p:scale>
        <p:origin x="252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ang Zehuan" userId="05a8558c96c835ba" providerId="LiveId" clId="{5439CC8E-F53A-47F8-B26B-396C19ADC706}"/>
    <pc:docChg chg="custSel addSld modSld">
      <pc:chgData name="Huang Zehuan" userId="05a8558c96c835ba" providerId="LiveId" clId="{5439CC8E-F53A-47F8-B26B-396C19ADC706}" dt="2021-09-23T02:48:28.689" v="517" actId="20577"/>
      <pc:docMkLst>
        <pc:docMk/>
      </pc:docMkLst>
      <pc:sldChg chg="modSp mod">
        <pc:chgData name="Huang Zehuan" userId="05a8558c96c835ba" providerId="LiveId" clId="{5439CC8E-F53A-47F8-B26B-396C19ADC706}" dt="2021-09-22T15:24:26.543" v="101" actId="20577"/>
        <pc:sldMkLst>
          <pc:docMk/>
          <pc:sldMk cId="1774910824" sldId="257"/>
        </pc:sldMkLst>
        <pc:spChg chg="mod">
          <ac:chgData name="Huang Zehuan" userId="05a8558c96c835ba" providerId="LiveId" clId="{5439CC8E-F53A-47F8-B26B-396C19ADC706}" dt="2021-09-22T15:24:26.543" v="101" actId="20577"/>
          <ac:spMkLst>
            <pc:docMk/>
            <pc:sldMk cId="1774910824" sldId="257"/>
            <ac:spMk id="3" creationId="{1AEC32A2-8902-1B43-8C39-A262015918D4}"/>
          </ac:spMkLst>
        </pc:spChg>
      </pc:sldChg>
      <pc:sldChg chg="modSp new mod">
        <pc:chgData name="Huang Zehuan" userId="05a8558c96c835ba" providerId="LiveId" clId="{5439CC8E-F53A-47F8-B26B-396C19ADC706}" dt="2021-09-23T02:38:28.291" v="502" actId="20577"/>
        <pc:sldMkLst>
          <pc:docMk/>
          <pc:sldMk cId="423295808" sldId="258"/>
        </pc:sldMkLst>
        <pc:spChg chg="mod">
          <ac:chgData name="Huang Zehuan" userId="05a8558c96c835ba" providerId="LiveId" clId="{5439CC8E-F53A-47F8-B26B-396C19ADC706}" dt="2021-09-22T15:24:57.645" v="128" actId="20577"/>
          <ac:spMkLst>
            <pc:docMk/>
            <pc:sldMk cId="423295808" sldId="258"/>
            <ac:spMk id="2" creationId="{0B959E2F-47D8-4581-802F-4E2A6427F3AC}"/>
          </ac:spMkLst>
        </pc:spChg>
        <pc:spChg chg="mod">
          <ac:chgData name="Huang Zehuan" userId="05a8558c96c835ba" providerId="LiveId" clId="{5439CC8E-F53A-47F8-B26B-396C19ADC706}" dt="2021-09-23T02:38:28.291" v="502" actId="20577"/>
          <ac:spMkLst>
            <pc:docMk/>
            <pc:sldMk cId="423295808" sldId="258"/>
            <ac:spMk id="3" creationId="{EB5F5216-0E3D-4D32-8113-7D9C85CF1A2B}"/>
          </ac:spMkLst>
        </pc:spChg>
      </pc:sldChg>
      <pc:sldChg chg="modSp new mod">
        <pc:chgData name="Huang Zehuan" userId="05a8558c96c835ba" providerId="LiveId" clId="{5439CC8E-F53A-47F8-B26B-396C19ADC706}" dt="2021-09-23T02:48:28.689" v="517" actId="20577"/>
        <pc:sldMkLst>
          <pc:docMk/>
          <pc:sldMk cId="427960937" sldId="259"/>
        </pc:sldMkLst>
        <pc:spChg chg="mod">
          <ac:chgData name="Huang Zehuan" userId="05a8558c96c835ba" providerId="LiveId" clId="{5439CC8E-F53A-47F8-B26B-396C19ADC706}" dt="2021-09-22T15:50:05.445" v="138" actId="20577"/>
          <ac:spMkLst>
            <pc:docMk/>
            <pc:sldMk cId="427960937" sldId="259"/>
            <ac:spMk id="2" creationId="{D9227C97-3DAF-4A94-97E6-26E2E0AE405E}"/>
          </ac:spMkLst>
        </pc:spChg>
        <pc:spChg chg="mod">
          <ac:chgData name="Huang Zehuan" userId="05a8558c96c835ba" providerId="LiveId" clId="{5439CC8E-F53A-47F8-B26B-396C19ADC706}" dt="2021-09-23T02:48:28.689" v="517" actId="20577"/>
          <ac:spMkLst>
            <pc:docMk/>
            <pc:sldMk cId="427960937" sldId="259"/>
            <ac:spMk id="3" creationId="{B075B5D0-3800-4B0D-9EB1-AC1695986AB8}"/>
          </ac:spMkLst>
        </pc:spChg>
      </pc:sldChg>
      <pc:sldChg chg="modSp new mod">
        <pc:chgData name="Huang Zehuan" userId="05a8558c96c835ba" providerId="LiveId" clId="{5439CC8E-F53A-47F8-B26B-396C19ADC706}" dt="2021-09-23T02:33:39.288" v="277"/>
        <pc:sldMkLst>
          <pc:docMk/>
          <pc:sldMk cId="3556513805" sldId="260"/>
        </pc:sldMkLst>
        <pc:spChg chg="mod">
          <ac:chgData name="Huang Zehuan" userId="05a8558c96c835ba" providerId="LiveId" clId="{5439CC8E-F53A-47F8-B26B-396C19ADC706}" dt="2021-09-23T02:33:32.109" v="259" actId="27636"/>
          <ac:spMkLst>
            <pc:docMk/>
            <pc:sldMk cId="3556513805" sldId="260"/>
            <ac:spMk id="2" creationId="{E182BA72-5FD6-4A9E-AE66-86E5FDC5D286}"/>
          </ac:spMkLst>
        </pc:spChg>
        <pc:spChg chg="mod">
          <ac:chgData name="Huang Zehuan" userId="05a8558c96c835ba" providerId="LiveId" clId="{5439CC8E-F53A-47F8-B26B-396C19ADC706}" dt="2021-09-23T02:33:39.288" v="277"/>
          <ac:spMkLst>
            <pc:docMk/>
            <pc:sldMk cId="3556513805" sldId="260"/>
            <ac:spMk id="3" creationId="{A3D00B1A-8A50-49E5-9D10-B38D33CBD2D6}"/>
          </ac:spMkLst>
        </pc:spChg>
      </pc:sldChg>
      <pc:sldChg chg="modSp new mod">
        <pc:chgData name="Huang Zehuan" userId="05a8558c96c835ba" providerId="LiveId" clId="{5439CC8E-F53A-47F8-B26B-396C19ADC706}" dt="2021-09-23T02:34:50.147" v="403" actId="20577"/>
        <pc:sldMkLst>
          <pc:docMk/>
          <pc:sldMk cId="92073525" sldId="261"/>
        </pc:sldMkLst>
        <pc:spChg chg="mod">
          <ac:chgData name="Huang Zehuan" userId="05a8558c96c835ba" providerId="LiveId" clId="{5439CC8E-F53A-47F8-B26B-396C19ADC706}" dt="2021-09-23T02:34:22.657" v="333" actId="20577"/>
          <ac:spMkLst>
            <pc:docMk/>
            <pc:sldMk cId="92073525" sldId="261"/>
            <ac:spMk id="2" creationId="{FA571CCB-B81D-4436-965A-02B2A29252A8}"/>
          </ac:spMkLst>
        </pc:spChg>
        <pc:spChg chg="mod">
          <ac:chgData name="Huang Zehuan" userId="05a8558c96c835ba" providerId="LiveId" clId="{5439CC8E-F53A-47F8-B26B-396C19ADC706}" dt="2021-09-23T02:34:50.147" v="403" actId="20577"/>
          <ac:spMkLst>
            <pc:docMk/>
            <pc:sldMk cId="92073525" sldId="261"/>
            <ac:spMk id="3" creationId="{725F4433-DFAC-465E-85BF-0E170B8193A4}"/>
          </ac:spMkLst>
        </pc:spChg>
      </pc:sldChg>
      <pc:sldChg chg="modSp new mod">
        <pc:chgData name="Huang Zehuan" userId="05a8558c96c835ba" providerId="LiveId" clId="{5439CC8E-F53A-47F8-B26B-396C19ADC706}" dt="2021-09-23T02:36:02.971" v="497" actId="20577"/>
        <pc:sldMkLst>
          <pc:docMk/>
          <pc:sldMk cId="3082056662" sldId="262"/>
        </pc:sldMkLst>
        <pc:spChg chg="mod">
          <ac:chgData name="Huang Zehuan" userId="05a8558c96c835ba" providerId="LiveId" clId="{5439CC8E-F53A-47F8-B26B-396C19ADC706}" dt="2021-09-23T02:35:36.366" v="486" actId="20577"/>
          <ac:spMkLst>
            <pc:docMk/>
            <pc:sldMk cId="3082056662" sldId="262"/>
            <ac:spMk id="2" creationId="{B4F7F518-CAAB-4BBE-8C3A-C978EBC0F517}"/>
          </ac:spMkLst>
        </pc:spChg>
        <pc:spChg chg="mod">
          <ac:chgData name="Huang Zehuan" userId="05a8558c96c835ba" providerId="LiveId" clId="{5439CC8E-F53A-47F8-B26B-396C19ADC706}" dt="2021-09-23T02:36:02.971" v="497" actId="20577"/>
          <ac:spMkLst>
            <pc:docMk/>
            <pc:sldMk cId="3082056662" sldId="262"/>
            <ac:spMk id="3" creationId="{BD211BE5-DE4E-45E5-B2DA-BDDF9262C8A3}"/>
          </ac:spMkLst>
        </pc:spChg>
      </pc:sldChg>
    </pc:docChg>
  </pc:docChgLst>
  <pc:docChgLst>
    <pc:chgData name="Huang Zehuan" userId="05a8558c96c835ba" providerId="LiveId" clId="{6784541E-BFC1-4606-A07A-1A5893F8B870}"/>
    <pc:docChg chg="addSld delSld modSld">
      <pc:chgData name="Huang Zehuan" userId="05a8558c96c835ba" providerId="LiveId" clId="{6784541E-BFC1-4606-A07A-1A5893F8B870}" dt="2021-09-30T07:09:21.200" v="360" actId="20577"/>
      <pc:docMkLst>
        <pc:docMk/>
      </pc:docMkLst>
      <pc:sldChg chg="modSp mod">
        <pc:chgData name="Huang Zehuan" userId="05a8558c96c835ba" providerId="LiveId" clId="{6784541E-BFC1-4606-A07A-1A5893F8B870}" dt="2021-09-23T16:51:06.778" v="37" actId="20577"/>
        <pc:sldMkLst>
          <pc:docMk/>
          <pc:sldMk cId="875618959" sldId="256"/>
        </pc:sldMkLst>
        <pc:spChg chg="mod">
          <ac:chgData name="Huang Zehuan" userId="05a8558c96c835ba" providerId="LiveId" clId="{6784541E-BFC1-4606-A07A-1A5893F8B870}" dt="2021-09-23T16:51:06.778" v="37" actId="20577"/>
          <ac:spMkLst>
            <pc:docMk/>
            <pc:sldMk cId="875618959" sldId="256"/>
            <ac:spMk id="2" creationId="{8EED2BD0-44A2-1548-BC5E-28B798D26267}"/>
          </ac:spMkLst>
        </pc:spChg>
        <pc:spChg chg="mod">
          <ac:chgData name="Huang Zehuan" userId="05a8558c96c835ba" providerId="LiveId" clId="{6784541E-BFC1-4606-A07A-1A5893F8B870}" dt="2021-09-23T05:52:44.489" v="32" actId="20577"/>
          <ac:spMkLst>
            <pc:docMk/>
            <pc:sldMk cId="875618959" sldId="256"/>
            <ac:spMk id="3" creationId="{CD3AFB47-A3BE-5541-A14E-395E7CB0CC88}"/>
          </ac:spMkLst>
        </pc:spChg>
      </pc:sldChg>
      <pc:sldChg chg="modSp new mod">
        <pc:chgData name="Huang Zehuan" userId="05a8558c96c835ba" providerId="LiveId" clId="{6784541E-BFC1-4606-A07A-1A5893F8B870}" dt="2021-09-27T00:21:31.187" v="308" actId="20577"/>
        <pc:sldMkLst>
          <pc:docMk/>
          <pc:sldMk cId="739471078" sldId="257"/>
        </pc:sldMkLst>
        <pc:spChg chg="mod">
          <ac:chgData name="Huang Zehuan" userId="05a8558c96c835ba" providerId="LiveId" clId="{6784541E-BFC1-4606-A07A-1A5893F8B870}" dt="2021-09-27T00:13:19.903" v="105" actId="20577"/>
          <ac:spMkLst>
            <pc:docMk/>
            <pc:sldMk cId="739471078" sldId="257"/>
            <ac:spMk id="2" creationId="{C90423C3-728A-4A53-B513-2528B93CDE12}"/>
          </ac:spMkLst>
        </pc:spChg>
        <pc:spChg chg="mod">
          <ac:chgData name="Huang Zehuan" userId="05a8558c96c835ba" providerId="LiveId" clId="{6784541E-BFC1-4606-A07A-1A5893F8B870}" dt="2021-09-27T00:21:31.187" v="308" actId="20577"/>
          <ac:spMkLst>
            <pc:docMk/>
            <pc:sldMk cId="739471078" sldId="257"/>
            <ac:spMk id="3" creationId="{A8923648-E723-4FD5-A0A6-527B48F71E09}"/>
          </ac:spMkLst>
        </pc:spChg>
      </pc:sldChg>
      <pc:sldChg chg="del">
        <pc:chgData name="Huang Zehuan" userId="05a8558c96c835ba" providerId="LiveId" clId="{6784541E-BFC1-4606-A07A-1A5893F8B870}" dt="2021-09-23T05:52:28.709" v="0" actId="47"/>
        <pc:sldMkLst>
          <pc:docMk/>
          <pc:sldMk cId="1774910824" sldId="257"/>
        </pc:sldMkLst>
      </pc:sldChg>
      <pc:sldChg chg="del">
        <pc:chgData name="Huang Zehuan" userId="05a8558c96c835ba" providerId="LiveId" clId="{6784541E-BFC1-4606-A07A-1A5893F8B870}" dt="2021-09-23T05:52:28.709" v="0" actId="47"/>
        <pc:sldMkLst>
          <pc:docMk/>
          <pc:sldMk cId="423295808" sldId="258"/>
        </pc:sldMkLst>
      </pc:sldChg>
      <pc:sldChg chg="modSp new mod">
        <pc:chgData name="Huang Zehuan" userId="05a8558c96c835ba" providerId="LiveId" clId="{6784541E-BFC1-4606-A07A-1A5893F8B870}" dt="2021-09-27T00:13:59.091" v="189" actId="20577"/>
        <pc:sldMkLst>
          <pc:docMk/>
          <pc:sldMk cId="1968273712" sldId="258"/>
        </pc:sldMkLst>
        <pc:spChg chg="mod">
          <ac:chgData name="Huang Zehuan" userId="05a8558c96c835ba" providerId="LiveId" clId="{6784541E-BFC1-4606-A07A-1A5893F8B870}" dt="2021-09-27T00:09:39.772" v="67" actId="20577"/>
          <ac:spMkLst>
            <pc:docMk/>
            <pc:sldMk cId="1968273712" sldId="258"/>
            <ac:spMk id="2" creationId="{C9B7E0D4-76EF-49D0-9C17-AE892E977AE2}"/>
          </ac:spMkLst>
        </pc:spChg>
        <pc:spChg chg="mod">
          <ac:chgData name="Huang Zehuan" userId="05a8558c96c835ba" providerId="LiveId" clId="{6784541E-BFC1-4606-A07A-1A5893F8B870}" dt="2021-09-27T00:13:59.091" v="189" actId="20577"/>
          <ac:spMkLst>
            <pc:docMk/>
            <pc:sldMk cId="1968273712" sldId="258"/>
            <ac:spMk id="3" creationId="{995D038B-4240-4417-B78E-EF650C359946}"/>
          </ac:spMkLst>
        </pc:spChg>
      </pc:sldChg>
      <pc:sldChg chg="del">
        <pc:chgData name="Huang Zehuan" userId="05a8558c96c835ba" providerId="LiveId" clId="{6784541E-BFC1-4606-A07A-1A5893F8B870}" dt="2021-09-23T05:52:54.767" v="33" actId="47"/>
        <pc:sldMkLst>
          <pc:docMk/>
          <pc:sldMk cId="427960937" sldId="259"/>
        </pc:sldMkLst>
      </pc:sldChg>
      <pc:sldChg chg="modSp new mod">
        <pc:chgData name="Huang Zehuan" userId="05a8558c96c835ba" providerId="LiveId" clId="{6784541E-BFC1-4606-A07A-1A5893F8B870}" dt="2021-09-30T07:09:21.200" v="360" actId="20577"/>
        <pc:sldMkLst>
          <pc:docMk/>
          <pc:sldMk cId="561715197" sldId="259"/>
        </pc:sldMkLst>
        <pc:spChg chg="mod">
          <ac:chgData name="Huang Zehuan" userId="05a8558c96c835ba" providerId="LiveId" clId="{6784541E-BFC1-4606-A07A-1A5893F8B870}" dt="2021-09-30T07:09:21.200" v="360" actId="20577"/>
          <ac:spMkLst>
            <pc:docMk/>
            <pc:sldMk cId="561715197" sldId="259"/>
            <ac:spMk id="2" creationId="{DC968339-4E96-453D-AD21-EFA0BBC8AD17}"/>
          </ac:spMkLst>
        </pc:spChg>
      </pc:sldChg>
      <pc:sldChg chg="del">
        <pc:chgData name="Huang Zehuan" userId="05a8558c96c835ba" providerId="LiveId" clId="{6784541E-BFC1-4606-A07A-1A5893F8B870}" dt="2021-09-23T05:52:28.709" v="0" actId="47"/>
        <pc:sldMkLst>
          <pc:docMk/>
          <pc:sldMk cId="3556513805" sldId="260"/>
        </pc:sldMkLst>
      </pc:sldChg>
      <pc:sldChg chg="del">
        <pc:chgData name="Huang Zehuan" userId="05a8558c96c835ba" providerId="LiveId" clId="{6784541E-BFC1-4606-A07A-1A5893F8B870}" dt="2021-09-23T05:52:28.709" v="0" actId="47"/>
        <pc:sldMkLst>
          <pc:docMk/>
          <pc:sldMk cId="92073525" sldId="261"/>
        </pc:sldMkLst>
      </pc:sldChg>
      <pc:sldChg chg="del">
        <pc:chgData name="Huang Zehuan" userId="05a8558c96c835ba" providerId="LiveId" clId="{6784541E-BFC1-4606-A07A-1A5893F8B870}" dt="2021-09-23T05:52:28.709" v="0" actId="47"/>
        <pc:sldMkLst>
          <pc:docMk/>
          <pc:sldMk cId="3082056662" sldId="262"/>
        </pc:sldMkLst>
      </pc:sldChg>
    </pc:docChg>
  </pc:docChgLst>
  <pc:docChgLst>
    <pc:chgData name="Huang Zehuan" userId="05a8558c96c835ba" providerId="LiveId" clId="{F5A16EE9-2A3C-4ADD-8977-E1F74FFBAFEA}"/>
    <pc:docChg chg="undo custSel addSld modSld">
      <pc:chgData name="Huang Zehuan" userId="05a8558c96c835ba" providerId="LiveId" clId="{F5A16EE9-2A3C-4ADD-8977-E1F74FFBAFEA}" dt="2021-12-24T09:08:32.726" v="1372"/>
      <pc:docMkLst>
        <pc:docMk/>
      </pc:docMkLst>
      <pc:sldChg chg="modSp mod">
        <pc:chgData name="Huang Zehuan" userId="05a8558c96c835ba" providerId="LiveId" clId="{F5A16EE9-2A3C-4ADD-8977-E1F74FFBAFEA}" dt="2021-12-24T08:53:57.225" v="53"/>
        <pc:sldMkLst>
          <pc:docMk/>
          <pc:sldMk cId="875618959" sldId="256"/>
        </pc:sldMkLst>
        <pc:spChg chg="mod">
          <ac:chgData name="Huang Zehuan" userId="05a8558c96c835ba" providerId="LiveId" clId="{F5A16EE9-2A3C-4ADD-8977-E1F74FFBAFEA}" dt="2021-12-24T08:53:57.225" v="53"/>
          <ac:spMkLst>
            <pc:docMk/>
            <pc:sldMk cId="875618959" sldId="256"/>
            <ac:spMk id="2" creationId="{8EED2BD0-44A2-1548-BC5E-28B798D26267}"/>
          </ac:spMkLst>
        </pc:spChg>
      </pc:sldChg>
      <pc:sldChg chg="addSp delSp modSp add mod">
        <pc:chgData name="Huang Zehuan" userId="05a8558c96c835ba" providerId="LiveId" clId="{F5A16EE9-2A3C-4ADD-8977-E1F74FFBAFEA}" dt="2021-12-24T09:01:46.671" v="789" actId="207"/>
        <pc:sldMkLst>
          <pc:docMk/>
          <pc:sldMk cId="4244678433" sldId="287"/>
        </pc:sldMkLst>
        <pc:spChg chg="mod">
          <ac:chgData name="Huang Zehuan" userId="05a8558c96c835ba" providerId="LiveId" clId="{F5A16EE9-2A3C-4ADD-8977-E1F74FFBAFEA}" dt="2021-12-24T08:54:29.688" v="121" actId="20577"/>
          <ac:spMkLst>
            <pc:docMk/>
            <pc:sldMk cId="4244678433" sldId="287"/>
            <ac:spMk id="2" creationId="{4B3E0C11-4AAA-45B6-AC21-4F5C41544011}"/>
          </ac:spMkLst>
        </pc:spChg>
        <pc:spChg chg="mod">
          <ac:chgData name="Huang Zehuan" userId="05a8558c96c835ba" providerId="LiveId" clId="{F5A16EE9-2A3C-4ADD-8977-E1F74FFBAFEA}" dt="2021-12-24T09:01:23.036" v="787" actId="1076"/>
          <ac:spMkLst>
            <pc:docMk/>
            <pc:sldMk cId="4244678433" sldId="287"/>
            <ac:spMk id="3" creationId="{81EF959F-4CFA-4C9F-9408-8626EE5A7D71}"/>
          </ac:spMkLst>
        </pc:spChg>
        <pc:spChg chg="add mod">
          <ac:chgData name="Huang Zehuan" userId="05a8558c96c835ba" providerId="LiveId" clId="{F5A16EE9-2A3C-4ADD-8977-E1F74FFBAFEA}" dt="2021-12-24T09:01:46.671" v="789" actId="207"/>
          <ac:spMkLst>
            <pc:docMk/>
            <pc:sldMk cId="4244678433" sldId="287"/>
            <ac:spMk id="4" creationId="{E1393116-6A3F-4982-B401-199A58CBA72E}"/>
          </ac:spMkLst>
        </pc:spChg>
        <pc:spChg chg="add del mod">
          <ac:chgData name="Huang Zehuan" userId="05a8558c96c835ba" providerId="LiveId" clId="{F5A16EE9-2A3C-4ADD-8977-E1F74FFBAFEA}" dt="2021-12-24T08:59:21.650" v="775"/>
          <ac:spMkLst>
            <pc:docMk/>
            <pc:sldMk cId="4244678433" sldId="287"/>
            <ac:spMk id="5" creationId="{E0698815-4D2D-483D-86A5-D24AEB7864CA}"/>
          </ac:spMkLst>
        </pc:spChg>
      </pc:sldChg>
      <pc:sldChg chg="delSp modSp add mod">
        <pc:chgData name="Huang Zehuan" userId="05a8558c96c835ba" providerId="LiveId" clId="{F5A16EE9-2A3C-4ADD-8977-E1F74FFBAFEA}" dt="2021-12-24T09:08:32.726" v="1372"/>
        <pc:sldMkLst>
          <pc:docMk/>
          <pc:sldMk cId="2923401313" sldId="288"/>
        </pc:sldMkLst>
        <pc:spChg chg="mod">
          <ac:chgData name="Huang Zehuan" userId="05a8558c96c835ba" providerId="LiveId" clId="{F5A16EE9-2A3C-4ADD-8977-E1F74FFBAFEA}" dt="2021-12-24T09:02:55.358" v="819"/>
          <ac:spMkLst>
            <pc:docMk/>
            <pc:sldMk cId="2923401313" sldId="288"/>
            <ac:spMk id="2" creationId="{4B3E0C11-4AAA-45B6-AC21-4F5C41544011}"/>
          </ac:spMkLst>
        </pc:spChg>
        <pc:spChg chg="mod">
          <ac:chgData name="Huang Zehuan" userId="05a8558c96c835ba" providerId="LiveId" clId="{F5A16EE9-2A3C-4ADD-8977-E1F74FFBAFEA}" dt="2021-12-24T09:08:32.726" v="1372"/>
          <ac:spMkLst>
            <pc:docMk/>
            <pc:sldMk cId="2923401313" sldId="288"/>
            <ac:spMk id="3" creationId="{81EF959F-4CFA-4C9F-9408-8626EE5A7D71}"/>
          </ac:spMkLst>
        </pc:spChg>
        <pc:spChg chg="del">
          <ac:chgData name="Huang Zehuan" userId="05a8558c96c835ba" providerId="LiveId" clId="{F5A16EE9-2A3C-4ADD-8977-E1F74FFBAFEA}" dt="2021-12-24T09:03:37.629" v="820" actId="478"/>
          <ac:spMkLst>
            <pc:docMk/>
            <pc:sldMk cId="2923401313" sldId="288"/>
            <ac:spMk id="4" creationId="{E1393116-6A3F-4982-B401-199A58CBA72E}"/>
          </ac:spMkLst>
        </pc:spChg>
      </pc:sldChg>
    </pc:docChg>
  </pc:docChgLst>
  <pc:docChgLst>
    <pc:chgData name="Huang Zehuan" userId="05a8558c96c835ba" providerId="LiveId" clId="{BAE3B866-FDE8-4281-B131-DFAED2EA29B3}"/>
    <pc:docChg chg="undo custSel addSld modSld sldOrd">
      <pc:chgData name="Huang Zehuan" userId="05a8558c96c835ba" providerId="LiveId" clId="{BAE3B866-FDE8-4281-B131-DFAED2EA29B3}" dt="2021-10-25T02:07:11.827" v="473" actId="20577"/>
      <pc:docMkLst>
        <pc:docMk/>
      </pc:docMkLst>
      <pc:sldChg chg="ord addCm delCm modCm">
        <pc:chgData name="Huang Zehuan" userId="05a8558c96c835ba" providerId="LiveId" clId="{BAE3B866-FDE8-4281-B131-DFAED2EA29B3}" dt="2021-10-25T02:06:27.795" v="455" actId="1592"/>
        <pc:sldMkLst>
          <pc:docMk/>
          <pc:sldMk cId="739471078" sldId="257"/>
        </pc:sldMkLst>
      </pc:sldChg>
      <pc:sldChg chg="addSp delSp modSp mod">
        <pc:chgData name="Huang Zehuan" userId="05a8558c96c835ba" providerId="LiveId" clId="{BAE3B866-FDE8-4281-B131-DFAED2EA29B3}" dt="2021-10-25T02:07:11.827" v="473" actId="20577"/>
        <pc:sldMkLst>
          <pc:docMk/>
          <pc:sldMk cId="1968273712" sldId="258"/>
        </pc:sldMkLst>
        <pc:spChg chg="add del mod">
          <ac:chgData name="Huang Zehuan" userId="05a8558c96c835ba" providerId="LiveId" clId="{BAE3B866-FDE8-4281-B131-DFAED2EA29B3}" dt="2021-10-25T02:07:11.827" v="473" actId="20577"/>
          <ac:spMkLst>
            <pc:docMk/>
            <pc:sldMk cId="1968273712" sldId="258"/>
            <ac:spMk id="3" creationId="{995D038B-4240-4417-B78E-EF650C359946}"/>
          </ac:spMkLst>
        </pc:spChg>
        <pc:spChg chg="add del mod">
          <ac:chgData name="Huang Zehuan" userId="05a8558c96c835ba" providerId="LiveId" clId="{BAE3B866-FDE8-4281-B131-DFAED2EA29B3}" dt="2021-10-25T02:06:55.041" v="457"/>
          <ac:spMkLst>
            <pc:docMk/>
            <pc:sldMk cId="1968273712" sldId="258"/>
            <ac:spMk id="4" creationId="{8D387299-10C3-4371-AD4D-E67F35046EF6}"/>
          </ac:spMkLst>
        </pc:spChg>
      </pc:sldChg>
      <pc:sldChg chg="modSp new mod">
        <pc:chgData name="Huang Zehuan" userId="05a8558c96c835ba" providerId="LiveId" clId="{BAE3B866-FDE8-4281-B131-DFAED2EA29B3}" dt="2021-10-25T02:04:23.648" v="323" actId="20577"/>
        <pc:sldMkLst>
          <pc:docMk/>
          <pc:sldMk cId="3293214042" sldId="260"/>
        </pc:sldMkLst>
        <pc:spChg chg="mod">
          <ac:chgData name="Huang Zehuan" userId="05a8558c96c835ba" providerId="LiveId" clId="{BAE3B866-FDE8-4281-B131-DFAED2EA29B3}" dt="2021-10-25T02:04:09.151" v="257" actId="20577"/>
          <ac:spMkLst>
            <pc:docMk/>
            <pc:sldMk cId="3293214042" sldId="260"/>
            <ac:spMk id="2" creationId="{4B3E0C11-4AAA-45B6-AC21-4F5C41544011}"/>
          </ac:spMkLst>
        </pc:spChg>
        <pc:spChg chg="mod">
          <ac:chgData name="Huang Zehuan" userId="05a8558c96c835ba" providerId="LiveId" clId="{BAE3B866-FDE8-4281-B131-DFAED2EA29B3}" dt="2021-10-25T02:04:23.648" v="323" actId="20577"/>
          <ac:spMkLst>
            <pc:docMk/>
            <pc:sldMk cId="3293214042" sldId="260"/>
            <ac:spMk id="3" creationId="{81EF959F-4CFA-4C9F-9408-8626EE5A7D71}"/>
          </ac:spMkLst>
        </pc:spChg>
      </pc:sldChg>
      <pc:sldChg chg="modSp new mod">
        <pc:chgData name="Huang Zehuan" userId="05a8558c96c835ba" providerId="LiveId" clId="{BAE3B866-FDE8-4281-B131-DFAED2EA29B3}" dt="2021-10-25T02:03:28.670" v="244" actId="20577"/>
        <pc:sldMkLst>
          <pc:docMk/>
          <pc:sldMk cId="3604626827" sldId="261"/>
        </pc:sldMkLst>
        <pc:spChg chg="mod">
          <ac:chgData name="Huang Zehuan" userId="05a8558c96c835ba" providerId="LiveId" clId="{BAE3B866-FDE8-4281-B131-DFAED2EA29B3}" dt="2021-10-25T02:02:42.591" v="16" actId="20577"/>
          <ac:spMkLst>
            <pc:docMk/>
            <pc:sldMk cId="3604626827" sldId="261"/>
            <ac:spMk id="2" creationId="{98E9B618-A7DD-4B28-B2C8-45C898AADD7B}"/>
          </ac:spMkLst>
        </pc:spChg>
        <pc:spChg chg="mod">
          <ac:chgData name="Huang Zehuan" userId="05a8558c96c835ba" providerId="LiveId" clId="{BAE3B866-FDE8-4281-B131-DFAED2EA29B3}" dt="2021-10-25T02:03:28.670" v="244" actId="20577"/>
          <ac:spMkLst>
            <pc:docMk/>
            <pc:sldMk cId="3604626827" sldId="261"/>
            <ac:spMk id="3" creationId="{97B0486D-A2F0-4114-B514-36779103E0B2}"/>
          </ac:spMkLst>
        </pc:spChg>
      </pc:sldChg>
      <pc:sldChg chg="modSp new mod">
        <pc:chgData name="Huang Zehuan" userId="05a8558c96c835ba" providerId="LiveId" clId="{BAE3B866-FDE8-4281-B131-DFAED2EA29B3}" dt="2021-10-25T02:04:56.229" v="433" actId="20577"/>
        <pc:sldMkLst>
          <pc:docMk/>
          <pc:sldMk cId="1791035638" sldId="262"/>
        </pc:sldMkLst>
        <pc:spChg chg="mod">
          <ac:chgData name="Huang Zehuan" userId="05a8558c96c835ba" providerId="LiveId" clId="{BAE3B866-FDE8-4281-B131-DFAED2EA29B3}" dt="2021-10-25T02:04:32.765" v="337" actId="20577"/>
          <ac:spMkLst>
            <pc:docMk/>
            <pc:sldMk cId="1791035638" sldId="262"/>
            <ac:spMk id="2" creationId="{5CE0B7B8-B117-4C64-BBB5-7FF974C2E0CD}"/>
          </ac:spMkLst>
        </pc:spChg>
        <pc:spChg chg="mod">
          <ac:chgData name="Huang Zehuan" userId="05a8558c96c835ba" providerId="LiveId" clId="{BAE3B866-FDE8-4281-B131-DFAED2EA29B3}" dt="2021-10-25T02:04:56.229" v="433" actId="20577"/>
          <ac:spMkLst>
            <pc:docMk/>
            <pc:sldMk cId="1791035638" sldId="262"/>
            <ac:spMk id="3" creationId="{6CAC03C3-7DF4-4FA8-A544-21F62AF52B39}"/>
          </ac:spMkLst>
        </pc:spChg>
      </pc:sldChg>
      <pc:sldChg chg="modSp new mod">
        <pc:chgData name="Huang Zehuan" userId="05a8558c96c835ba" providerId="LiveId" clId="{BAE3B866-FDE8-4281-B131-DFAED2EA29B3}" dt="2021-10-25T02:05:28.698" v="451"/>
        <pc:sldMkLst>
          <pc:docMk/>
          <pc:sldMk cId="3299725001" sldId="263"/>
        </pc:sldMkLst>
        <pc:spChg chg="mod">
          <ac:chgData name="Huang Zehuan" userId="05a8558c96c835ba" providerId="LiveId" clId="{BAE3B866-FDE8-4281-B131-DFAED2EA29B3}" dt="2021-10-25T02:05:23.125" v="450" actId="20577"/>
          <ac:spMkLst>
            <pc:docMk/>
            <pc:sldMk cId="3299725001" sldId="263"/>
            <ac:spMk id="2" creationId="{C2997CBC-BF99-4A5B-A732-6DC0216B65D3}"/>
          </ac:spMkLst>
        </pc:spChg>
        <pc:spChg chg="mod">
          <ac:chgData name="Huang Zehuan" userId="05a8558c96c835ba" providerId="LiveId" clId="{BAE3B866-FDE8-4281-B131-DFAED2EA29B3}" dt="2021-10-25T02:05:28.698" v="451"/>
          <ac:spMkLst>
            <pc:docMk/>
            <pc:sldMk cId="3299725001" sldId="263"/>
            <ac:spMk id="3" creationId="{7E44E51F-E8CD-4C51-923C-D18B62BFF716}"/>
          </ac:spMkLst>
        </pc:spChg>
      </pc:sldChg>
    </pc:docChg>
  </pc:docChgLst>
  <pc:docChgLst>
    <pc:chgData name="Huang Zehuan" userId="05a8558c96c835ba" providerId="LiveId" clId="{7C64B68E-7F25-4835-8F53-FE6B9E7BD4F6}"/>
    <pc:docChg chg="addSld delSld modMainMaster modNotesMaster">
      <pc:chgData name="Huang Zehuan" userId="05a8558c96c835ba" providerId="LiveId" clId="{7C64B68E-7F25-4835-8F53-FE6B9E7BD4F6}" dt="2022-05-02T12:28:41.687" v="3" actId="680"/>
      <pc:docMkLst>
        <pc:docMk/>
      </pc:docMkLst>
      <pc:sldChg chg="del">
        <pc:chgData name="Huang Zehuan" userId="05a8558c96c835ba" providerId="LiveId" clId="{7C64B68E-7F25-4835-8F53-FE6B9E7BD4F6}" dt="2022-05-02T12:28:30.669" v="1" actId="47"/>
        <pc:sldMkLst>
          <pc:docMk/>
          <pc:sldMk cId="875618959" sldId="256"/>
        </pc:sldMkLst>
      </pc:sldChg>
      <pc:sldChg chg="new">
        <pc:chgData name="Huang Zehuan" userId="05a8558c96c835ba" providerId="LiveId" clId="{7C64B68E-7F25-4835-8F53-FE6B9E7BD4F6}" dt="2022-05-02T12:28:41.687" v="3" actId="680"/>
        <pc:sldMkLst>
          <pc:docMk/>
          <pc:sldMk cId="3040636685" sldId="256"/>
        </pc:sldMkLst>
      </pc:sldChg>
      <pc:sldChg chg="del">
        <pc:chgData name="Huang Zehuan" userId="05a8558c96c835ba" providerId="LiveId" clId="{7C64B68E-7F25-4835-8F53-FE6B9E7BD4F6}" dt="2022-05-02T12:28:21.185" v="0" actId="47"/>
        <pc:sldMkLst>
          <pc:docMk/>
          <pc:sldMk cId="3293214042" sldId="260"/>
        </pc:sldMkLst>
      </pc:sldChg>
      <pc:sldChg chg="del">
        <pc:chgData name="Huang Zehuan" userId="05a8558c96c835ba" providerId="LiveId" clId="{7C64B68E-7F25-4835-8F53-FE6B9E7BD4F6}" dt="2022-05-02T12:28:21.185" v="0" actId="47"/>
        <pc:sldMkLst>
          <pc:docMk/>
          <pc:sldMk cId="2962977982" sldId="279"/>
        </pc:sldMkLst>
      </pc:sldChg>
      <pc:sldChg chg="del">
        <pc:chgData name="Huang Zehuan" userId="05a8558c96c835ba" providerId="LiveId" clId="{7C64B68E-7F25-4835-8F53-FE6B9E7BD4F6}" dt="2022-05-02T12:28:21.185" v="0" actId="47"/>
        <pc:sldMkLst>
          <pc:docMk/>
          <pc:sldMk cId="1635029557" sldId="280"/>
        </pc:sldMkLst>
      </pc:sldChg>
      <pc:sldChg chg="del">
        <pc:chgData name="Huang Zehuan" userId="05a8558c96c835ba" providerId="LiveId" clId="{7C64B68E-7F25-4835-8F53-FE6B9E7BD4F6}" dt="2022-05-02T12:28:21.185" v="0" actId="47"/>
        <pc:sldMkLst>
          <pc:docMk/>
          <pc:sldMk cId="2914458211" sldId="281"/>
        </pc:sldMkLst>
      </pc:sldChg>
      <pc:sldChg chg="del">
        <pc:chgData name="Huang Zehuan" userId="05a8558c96c835ba" providerId="LiveId" clId="{7C64B68E-7F25-4835-8F53-FE6B9E7BD4F6}" dt="2022-05-02T12:28:21.185" v="0" actId="47"/>
        <pc:sldMkLst>
          <pc:docMk/>
          <pc:sldMk cId="1371696793" sldId="282"/>
        </pc:sldMkLst>
      </pc:sldChg>
      <pc:sldChg chg="del">
        <pc:chgData name="Huang Zehuan" userId="05a8558c96c835ba" providerId="LiveId" clId="{7C64B68E-7F25-4835-8F53-FE6B9E7BD4F6}" dt="2022-05-02T12:28:21.185" v="0" actId="47"/>
        <pc:sldMkLst>
          <pc:docMk/>
          <pc:sldMk cId="857579089" sldId="283"/>
        </pc:sldMkLst>
      </pc:sldChg>
      <pc:sldChg chg="del">
        <pc:chgData name="Huang Zehuan" userId="05a8558c96c835ba" providerId="LiveId" clId="{7C64B68E-7F25-4835-8F53-FE6B9E7BD4F6}" dt="2022-05-02T12:28:21.185" v="0" actId="47"/>
        <pc:sldMkLst>
          <pc:docMk/>
          <pc:sldMk cId="3780186034" sldId="285"/>
        </pc:sldMkLst>
      </pc:sldChg>
      <pc:sldChg chg="del">
        <pc:chgData name="Huang Zehuan" userId="05a8558c96c835ba" providerId="LiveId" clId="{7C64B68E-7F25-4835-8F53-FE6B9E7BD4F6}" dt="2022-05-02T12:28:21.185" v="0" actId="47"/>
        <pc:sldMkLst>
          <pc:docMk/>
          <pc:sldMk cId="4031156398" sldId="286"/>
        </pc:sldMkLst>
      </pc:sldChg>
      <pc:sldChg chg="del">
        <pc:chgData name="Huang Zehuan" userId="05a8558c96c835ba" providerId="LiveId" clId="{7C64B68E-7F25-4835-8F53-FE6B9E7BD4F6}" dt="2022-05-02T12:28:21.185" v="0" actId="47"/>
        <pc:sldMkLst>
          <pc:docMk/>
          <pc:sldMk cId="4244678433" sldId="287"/>
        </pc:sldMkLst>
      </pc:sldChg>
      <pc:sldChg chg="del">
        <pc:chgData name="Huang Zehuan" userId="05a8558c96c835ba" providerId="LiveId" clId="{7C64B68E-7F25-4835-8F53-FE6B9E7BD4F6}" dt="2022-05-02T12:28:21.185" v="0" actId="47"/>
        <pc:sldMkLst>
          <pc:docMk/>
          <pc:sldMk cId="2923401313" sldId="288"/>
        </pc:sldMkLst>
      </pc:sldChg>
      <pc:sldMasterChg chg="modSp modSldLayout">
        <pc:chgData name="Huang Zehuan" userId="05a8558c96c835ba" providerId="LiveId" clId="{7C64B68E-7F25-4835-8F53-FE6B9E7BD4F6}" dt="2022-05-02T12:28:40.559" v="2"/>
        <pc:sldMasterMkLst>
          <pc:docMk/>
          <pc:sldMasterMk cId="3283162444" sldId="2147483660"/>
        </pc:sldMasterMkLst>
        <pc:spChg chg="mod">
          <ac:chgData name="Huang Zehuan" userId="05a8558c96c835ba" providerId="LiveId" clId="{7C64B68E-7F25-4835-8F53-FE6B9E7BD4F6}" dt="2022-05-02T12:28:40.559" v="2"/>
          <ac:spMkLst>
            <pc:docMk/>
            <pc:sldMasterMk cId="3283162444" sldId="2147483660"/>
            <ac:spMk id="2" creationId="{00000000-0000-0000-0000-000000000000}"/>
          </ac:spMkLst>
        </pc:spChg>
        <pc:spChg chg="mod">
          <ac:chgData name="Huang Zehuan" userId="05a8558c96c835ba" providerId="LiveId" clId="{7C64B68E-7F25-4835-8F53-FE6B9E7BD4F6}" dt="2022-05-02T12:28:40.559" v="2"/>
          <ac:spMkLst>
            <pc:docMk/>
            <pc:sldMasterMk cId="3283162444" sldId="2147483660"/>
            <ac:spMk id="3" creationId="{00000000-0000-0000-0000-000000000000}"/>
          </ac:spMkLst>
        </pc:spChg>
        <pc:spChg chg="mod">
          <ac:chgData name="Huang Zehuan" userId="05a8558c96c835ba" providerId="LiveId" clId="{7C64B68E-7F25-4835-8F53-FE6B9E7BD4F6}" dt="2022-05-02T12:28:40.559" v="2"/>
          <ac:spMkLst>
            <pc:docMk/>
            <pc:sldMasterMk cId="3283162444" sldId="2147483660"/>
            <ac:spMk id="4" creationId="{00000000-0000-0000-0000-000000000000}"/>
          </ac:spMkLst>
        </pc:spChg>
        <pc:spChg chg="mod">
          <ac:chgData name="Huang Zehuan" userId="05a8558c96c835ba" providerId="LiveId" clId="{7C64B68E-7F25-4835-8F53-FE6B9E7BD4F6}" dt="2022-05-02T12:28:40.559" v="2"/>
          <ac:spMkLst>
            <pc:docMk/>
            <pc:sldMasterMk cId="3283162444" sldId="2147483660"/>
            <ac:spMk id="5" creationId="{00000000-0000-0000-0000-000000000000}"/>
          </ac:spMkLst>
        </pc:spChg>
        <pc:spChg chg="mod">
          <ac:chgData name="Huang Zehuan" userId="05a8558c96c835ba" providerId="LiveId" clId="{7C64B68E-7F25-4835-8F53-FE6B9E7BD4F6}" dt="2022-05-02T12:28:40.559" v="2"/>
          <ac:spMkLst>
            <pc:docMk/>
            <pc:sldMasterMk cId="3283162444" sldId="2147483660"/>
            <ac:spMk id="6" creationId="{00000000-0000-0000-0000-000000000000}"/>
          </ac:spMkLst>
        </pc:spChg>
        <pc:sldLayoutChg chg="modSp">
          <pc:chgData name="Huang Zehuan" userId="05a8558c96c835ba" providerId="LiveId" clId="{7C64B68E-7F25-4835-8F53-FE6B9E7BD4F6}" dt="2022-05-02T12:28:40.559" v="2"/>
          <pc:sldLayoutMkLst>
            <pc:docMk/>
            <pc:sldMasterMk cId="3283162444" sldId="2147483660"/>
            <pc:sldLayoutMk cId="113165379" sldId="2147483661"/>
          </pc:sldLayoutMkLst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113165379" sldId="2147483661"/>
              <ac:spMk id="2" creationId="{00000000-0000-0000-0000-000000000000}"/>
            </ac:spMkLst>
          </pc:spChg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113165379" sldId="2147483661"/>
              <ac:spMk id="3" creationId="{00000000-0000-0000-0000-000000000000}"/>
            </ac:spMkLst>
          </pc:spChg>
          <pc:picChg chg="mod">
            <ac:chgData name="Huang Zehuan" userId="05a8558c96c835ba" providerId="LiveId" clId="{7C64B68E-7F25-4835-8F53-FE6B9E7BD4F6}" dt="2022-05-02T12:28:40.559" v="2"/>
            <ac:picMkLst>
              <pc:docMk/>
              <pc:sldMasterMk cId="3283162444" sldId="2147483660"/>
              <pc:sldLayoutMk cId="113165379" sldId="2147483661"/>
              <ac:picMk id="108" creationId="{B546C715-31EF-644F-A376-E522F458192E}"/>
            </ac:picMkLst>
          </pc:picChg>
          <pc:picChg chg="mod">
            <ac:chgData name="Huang Zehuan" userId="05a8558c96c835ba" providerId="LiveId" clId="{7C64B68E-7F25-4835-8F53-FE6B9E7BD4F6}" dt="2022-05-02T12:28:40.559" v="2"/>
            <ac:picMkLst>
              <pc:docMk/>
              <pc:sldMasterMk cId="3283162444" sldId="2147483660"/>
              <pc:sldLayoutMk cId="113165379" sldId="2147483661"/>
              <ac:picMk id="110" creationId="{D4DB4A01-31CE-6C40-B41F-C0C457EA5C84}"/>
            </ac:picMkLst>
          </pc:picChg>
          <pc:picChg chg="mod">
            <ac:chgData name="Huang Zehuan" userId="05a8558c96c835ba" providerId="LiveId" clId="{7C64B68E-7F25-4835-8F53-FE6B9E7BD4F6}" dt="2022-05-02T12:28:40.559" v="2"/>
            <ac:picMkLst>
              <pc:docMk/>
              <pc:sldMasterMk cId="3283162444" sldId="2147483660"/>
              <pc:sldLayoutMk cId="113165379" sldId="2147483661"/>
              <ac:picMk id="111" creationId="{0EF7E3A0-EF42-0343-A33B-E6AA265A5E35}"/>
            </ac:picMkLst>
          </pc:picChg>
        </pc:sldLayoutChg>
        <pc:sldLayoutChg chg="modSp">
          <pc:chgData name="Huang Zehuan" userId="05a8558c96c835ba" providerId="LiveId" clId="{7C64B68E-7F25-4835-8F53-FE6B9E7BD4F6}" dt="2022-05-02T12:28:40.559" v="2"/>
          <pc:sldLayoutMkLst>
            <pc:docMk/>
            <pc:sldMasterMk cId="3283162444" sldId="2147483660"/>
            <pc:sldLayoutMk cId="887555103" sldId="2147483662"/>
          </pc:sldLayoutMkLst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887555103" sldId="2147483662"/>
              <ac:spMk id="2" creationId="{00000000-0000-0000-0000-000000000000}"/>
            </ac:spMkLst>
          </pc:spChg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887555103" sldId="2147483662"/>
              <ac:spMk id="3" creationId="{00000000-0000-0000-0000-000000000000}"/>
            </ac:spMkLst>
          </pc:spChg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887555103" sldId="2147483662"/>
              <ac:spMk id="7" creationId="{5497558E-A322-0741-95EA-A622E4ABED09}"/>
            </ac:spMkLst>
          </pc:spChg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887555103" sldId="2147483662"/>
              <ac:spMk id="9" creationId="{09BD08EF-BEB6-2743-B2A1-FEA89006E26B}"/>
            </ac:spMkLst>
          </pc:spChg>
        </pc:sldLayoutChg>
        <pc:sldLayoutChg chg="modSp">
          <pc:chgData name="Huang Zehuan" userId="05a8558c96c835ba" providerId="LiveId" clId="{7C64B68E-7F25-4835-8F53-FE6B9E7BD4F6}" dt="2022-05-02T12:28:40.559" v="2"/>
          <pc:sldLayoutMkLst>
            <pc:docMk/>
            <pc:sldMasterMk cId="3283162444" sldId="2147483660"/>
            <pc:sldLayoutMk cId="3039915193" sldId="2147483663"/>
          </pc:sldLayoutMkLst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3039915193" sldId="2147483663"/>
              <ac:spMk id="2" creationId="{00000000-0000-0000-0000-000000000000}"/>
            </ac:spMkLst>
          </pc:spChg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3039915193" sldId="2147483663"/>
              <ac:spMk id="3" creationId="{00000000-0000-0000-0000-000000000000}"/>
            </ac:spMkLst>
          </pc:spChg>
        </pc:sldLayoutChg>
        <pc:sldLayoutChg chg="modSp">
          <pc:chgData name="Huang Zehuan" userId="05a8558c96c835ba" providerId="LiveId" clId="{7C64B68E-7F25-4835-8F53-FE6B9E7BD4F6}" dt="2022-05-02T12:28:40.559" v="2"/>
          <pc:sldLayoutMkLst>
            <pc:docMk/>
            <pc:sldMasterMk cId="3283162444" sldId="2147483660"/>
            <pc:sldLayoutMk cId="1958071731" sldId="2147483664"/>
          </pc:sldLayoutMkLst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1958071731" sldId="2147483664"/>
              <ac:spMk id="3" creationId="{00000000-0000-0000-0000-000000000000}"/>
            </ac:spMkLst>
          </pc:spChg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1958071731" sldId="2147483664"/>
              <ac:spMk id="4" creationId="{00000000-0000-0000-0000-000000000000}"/>
            </ac:spMkLst>
          </pc:spChg>
        </pc:sldLayoutChg>
        <pc:sldLayoutChg chg="modSp">
          <pc:chgData name="Huang Zehuan" userId="05a8558c96c835ba" providerId="LiveId" clId="{7C64B68E-7F25-4835-8F53-FE6B9E7BD4F6}" dt="2022-05-02T12:28:40.559" v="2"/>
          <pc:sldLayoutMkLst>
            <pc:docMk/>
            <pc:sldMasterMk cId="3283162444" sldId="2147483660"/>
            <pc:sldLayoutMk cId="2851139192" sldId="2147483665"/>
          </pc:sldLayoutMkLst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2851139192" sldId="2147483665"/>
              <ac:spMk id="2" creationId="{00000000-0000-0000-0000-000000000000}"/>
            </ac:spMkLst>
          </pc:spChg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2851139192" sldId="2147483665"/>
              <ac:spMk id="3" creationId="{00000000-0000-0000-0000-000000000000}"/>
            </ac:spMkLst>
          </pc:spChg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2851139192" sldId="2147483665"/>
              <ac:spMk id="4" creationId="{00000000-0000-0000-0000-000000000000}"/>
            </ac:spMkLst>
          </pc:spChg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2851139192" sldId="2147483665"/>
              <ac:spMk id="5" creationId="{00000000-0000-0000-0000-000000000000}"/>
            </ac:spMkLst>
          </pc:spChg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2851139192" sldId="2147483665"/>
              <ac:spMk id="6" creationId="{00000000-0000-0000-0000-000000000000}"/>
            </ac:spMkLst>
          </pc:spChg>
        </pc:sldLayoutChg>
        <pc:sldLayoutChg chg="modSp">
          <pc:chgData name="Huang Zehuan" userId="05a8558c96c835ba" providerId="LiveId" clId="{7C64B68E-7F25-4835-8F53-FE6B9E7BD4F6}" dt="2022-05-02T12:28:40.559" v="2"/>
          <pc:sldLayoutMkLst>
            <pc:docMk/>
            <pc:sldMasterMk cId="3283162444" sldId="2147483660"/>
            <pc:sldLayoutMk cId="3603108909" sldId="2147483668"/>
          </pc:sldLayoutMkLst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3603108909" sldId="2147483668"/>
              <ac:spMk id="2" creationId="{00000000-0000-0000-0000-000000000000}"/>
            </ac:spMkLst>
          </pc:spChg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3603108909" sldId="2147483668"/>
              <ac:spMk id="3" creationId="{00000000-0000-0000-0000-000000000000}"/>
            </ac:spMkLst>
          </pc:spChg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3603108909" sldId="2147483668"/>
              <ac:spMk id="4" creationId="{00000000-0000-0000-0000-000000000000}"/>
            </ac:spMkLst>
          </pc:spChg>
        </pc:sldLayoutChg>
        <pc:sldLayoutChg chg="modSp">
          <pc:chgData name="Huang Zehuan" userId="05a8558c96c835ba" providerId="LiveId" clId="{7C64B68E-7F25-4835-8F53-FE6B9E7BD4F6}" dt="2022-05-02T12:28:40.559" v="2"/>
          <pc:sldLayoutMkLst>
            <pc:docMk/>
            <pc:sldMasterMk cId="3283162444" sldId="2147483660"/>
            <pc:sldLayoutMk cId="3165239270" sldId="2147483669"/>
          </pc:sldLayoutMkLst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3165239270" sldId="2147483669"/>
              <ac:spMk id="2" creationId="{00000000-0000-0000-0000-000000000000}"/>
            </ac:spMkLst>
          </pc:spChg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3165239270" sldId="2147483669"/>
              <ac:spMk id="3" creationId="{00000000-0000-0000-0000-000000000000}"/>
            </ac:spMkLst>
          </pc:spChg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3165239270" sldId="2147483669"/>
              <ac:spMk id="4" creationId="{00000000-0000-0000-0000-000000000000}"/>
            </ac:spMkLst>
          </pc:spChg>
        </pc:sldLayoutChg>
        <pc:sldLayoutChg chg="modSp">
          <pc:chgData name="Huang Zehuan" userId="05a8558c96c835ba" providerId="LiveId" clId="{7C64B68E-7F25-4835-8F53-FE6B9E7BD4F6}" dt="2022-05-02T12:28:40.559" v="2"/>
          <pc:sldLayoutMkLst>
            <pc:docMk/>
            <pc:sldMasterMk cId="3283162444" sldId="2147483660"/>
            <pc:sldLayoutMk cId="204214898" sldId="2147483671"/>
          </pc:sldLayoutMkLst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204214898" sldId="2147483671"/>
              <ac:spMk id="2" creationId="{00000000-0000-0000-0000-000000000000}"/>
            </ac:spMkLst>
          </pc:spChg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204214898" sldId="2147483671"/>
              <ac:spMk id="3" creationId="{00000000-0000-0000-0000-000000000000}"/>
            </ac:spMkLst>
          </pc:spChg>
        </pc:sldLayoutChg>
        <pc:sldLayoutChg chg="modSp">
          <pc:chgData name="Huang Zehuan" userId="05a8558c96c835ba" providerId="LiveId" clId="{7C64B68E-7F25-4835-8F53-FE6B9E7BD4F6}" dt="2022-05-02T12:28:40.559" v="2"/>
          <pc:sldLayoutMkLst>
            <pc:docMk/>
            <pc:sldMasterMk cId="3283162444" sldId="2147483660"/>
            <pc:sldLayoutMk cId="1113044324" sldId="2147483672"/>
          </pc:sldLayoutMkLst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1113044324" sldId="2147483672"/>
              <ac:spMk id="2" creationId="{18CC3E61-AD99-AA4E-AE8B-2FE5096AAD44}"/>
            </ac:spMkLst>
          </pc:spChg>
          <pc:spChg chg="mod">
            <ac:chgData name="Huang Zehuan" userId="05a8558c96c835ba" providerId="LiveId" clId="{7C64B68E-7F25-4835-8F53-FE6B9E7BD4F6}" dt="2022-05-02T12:28:40.559" v="2"/>
            <ac:spMkLst>
              <pc:docMk/>
              <pc:sldMasterMk cId="3283162444" sldId="2147483660"/>
              <pc:sldLayoutMk cId="1113044324" sldId="2147483672"/>
              <ac:spMk id="6" creationId="{BBFCFCE0-31B5-F54F-BC81-C463D19B7245}"/>
            </ac:spMkLst>
          </pc:spChg>
          <pc:grpChg chg="mod">
            <ac:chgData name="Huang Zehuan" userId="05a8558c96c835ba" providerId="LiveId" clId="{7C64B68E-7F25-4835-8F53-FE6B9E7BD4F6}" dt="2022-05-02T12:28:40.559" v="2"/>
            <ac:grpSpMkLst>
              <pc:docMk/>
              <pc:sldMasterMk cId="3283162444" sldId="2147483660"/>
              <pc:sldLayoutMk cId="1113044324" sldId="2147483672"/>
              <ac:grpSpMk id="8" creationId="{5BA06319-DFA2-7A49-A3AB-30805AF5B5AE}"/>
            </ac:grpSpMkLst>
          </pc:grpChg>
          <pc:picChg chg="mod">
            <ac:chgData name="Huang Zehuan" userId="05a8558c96c835ba" providerId="LiveId" clId="{7C64B68E-7F25-4835-8F53-FE6B9E7BD4F6}" dt="2022-05-02T12:28:40.559" v="2"/>
            <ac:picMkLst>
              <pc:docMk/>
              <pc:sldMasterMk cId="3283162444" sldId="2147483660"/>
              <pc:sldLayoutMk cId="1113044324" sldId="2147483672"/>
              <ac:picMk id="7" creationId="{D7C30E7E-89D5-5042-9254-B791EFB910B0}"/>
            </ac:picMkLst>
          </pc:picChg>
          <pc:picChg chg="mod">
            <ac:chgData name="Huang Zehuan" userId="05a8558c96c835ba" providerId="LiveId" clId="{7C64B68E-7F25-4835-8F53-FE6B9E7BD4F6}" dt="2022-05-02T12:28:40.559" v="2"/>
            <ac:picMkLst>
              <pc:docMk/>
              <pc:sldMasterMk cId="3283162444" sldId="2147483660"/>
              <pc:sldLayoutMk cId="1113044324" sldId="2147483672"/>
              <ac:picMk id="9" creationId="{F74BB223-87CB-1C4F-B693-B3D88B0C52C5}"/>
            </ac:picMkLst>
          </pc:picChg>
        </pc:sldLayoutChg>
      </pc:sldMasterChg>
    </pc:docChg>
  </pc:docChgLst>
  <pc:docChgLst>
    <pc:chgData name="周 勤" userId="88f6344b87143c4c" providerId="LiveId" clId="{D0242C37-253D-4992-94C8-34A641BF5B3F}"/>
    <pc:docChg chg="undo custSel addSld delSld modSld sldOrd">
      <pc:chgData name="周 勤" userId="88f6344b87143c4c" providerId="LiveId" clId="{D0242C37-253D-4992-94C8-34A641BF5B3F}" dt="2021-12-24T10:19:07.082" v="3940" actId="20577"/>
      <pc:docMkLst>
        <pc:docMk/>
      </pc:docMkLst>
      <pc:sldChg chg="modSp mod">
        <pc:chgData name="周 勤" userId="88f6344b87143c4c" providerId="LiveId" clId="{D0242C37-253D-4992-94C8-34A641BF5B3F}" dt="2021-12-24T07:08:16.745" v="904" actId="207"/>
        <pc:sldMkLst>
          <pc:docMk/>
          <pc:sldMk cId="3293214042" sldId="260"/>
        </pc:sldMkLst>
        <pc:spChg chg="mod">
          <ac:chgData name="周 勤" userId="88f6344b87143c4c" providerId="LiveId" clId="{D0242C37-253D-4992-94C8-34A641BF5B3F}" dt="2021-12-24T07:08:16.745" v="904" actId="207"/>
          <ac:spMkLst>
            <pc:docMk/>
            <pc:sldMk cId="3293214042" sldId="260"/>
            <ac:spMk id="3" creationId="{81EF959F-4CFA-4C9F-9408-8626EE5A7D71}"/>
          </ac:spMkLst>
        </pc:spChg>
      </pc:sldChg>
      <pc:sldChg chg="addSp delSp modSp mod">
        <pc:chgData name="周 勤" userId="88f6344b87143c4c" providerId="LiveId" clId="{D0242C37-253D-4992-94C8-34A641BF5B3F}" dt="2021-12-24T10:13:35.654" v="3781" actId="20577"/>
        <pc:sldMkLst>
          <pc:docMk/>
          <pc:sldMk cId="2914458211" sldId="281"/>
        </pc:sldMkLst>
        <pc:spChg chg="mod">
          <ac:chgData name="周 勤" userId="88f6344b87143c4c" providerId="LiveId" clId="{D0242C37-253D-4992-94C8-34A641BF5B3F}" dt="2021-12-24T10:13:35.654" v="3781" actId="20577"/>
          <ac:spMkLst>
            <pc:docMk/>
            <pc:sldMk cId="2914458211" sldId="281"/>
            <ac:spMk id="3" creationId="{81EF959F-4CFA-4C9F-9408-8626EE5A7D71}"/>
          </ac:spMkLst>
        </pc:spChg>
        <pc:picChg chg="add del mod">
          <ac:chgData name="周 勤" userId="88f6344b87143c4c" providerId="LiveId" clId="{D0242C37-253D-4992-94C8-34A641BF5B3F}" dt="2021-12-24T10:07:07.336" v="3395" actId="478"/>
          <ac:picMkLst>
            <pc:docMk/>
            <pc:sldMk cId="2914458211" sldId="281"/>
            <ac:picMk id="5" creationId="{66F43AA0-241A-4D8B-8C69-840035F8B730}"/>
          </ac:picMkLst>
        </pc:picChg>
        <pc:picChg chg="add mod">
          <ac:chgData name="周 勤" userId="88f6344b87143c4c" providerId="LiveId" clId="{D0242C37-253D-4992-94C8-34A641BF5B3F}" dt="2021-12-24T10:07:12.080" v="3398" actId="1076"/>
          <ac:picMkLst>
            <pc:docMk/>
            <pc:sldMk cId="2914458211" sldId="281"/>
            <ac:picMk id="7" creationId="{EC1EA0F3-417D-4167-B772-C5618C7C0F9B}"/>
          </ac:picMkLst>
        </pc:picChg>
        <pc:picChg chg="del">
          <ac:chgData name="周 勤" userId="88f6344b87143c4c" providerId="LiveId" clId="{D0242C37-253D-4992-94C8-34A641BF5B3F}" dt="2021-12-24T10:02:05.815" v="3383" actId="478"/>
          <ac:picMkLst>
            <pc:docMk/>
            <pc:sldMk cId="2914458211" sldId="281"/>
            <ac:picMk id="9" creationId="{7FFEF5BC-2690-45CA-A4A5-E0D2FB654130}"/>
          </ac:picMkLst>
        </pc:picChg>
      </pc:sldChg>
      <pc:sldChg chg="addSp delSp modSp mod">
        <pc:chgData name="周 勤" userId="88f6344b87143c4c" providerId="LiveId" clId="{D0242C37-253D-4992-94C8-34A641BF5B3F}" dt="2021-12-24T10:19:07.082" v="3940" actId="20577"/>
        <pc:sldMkLst>
          <pc:docMk/>
          <pc:sldMk cId="1371696793" sldId="282"/>
        </pc:sldMkLst>
        <pc:spChg chg="mod">
          <ac:chgData name="周 勤" userId="88f6344b87143c4c" providerId="LiveId" clId="{D0242C37-253D-4992-94C8-34A641BF5B3F}" dt="2021-12-24T10:19:07.082" v="3940" actId="20577"/>
          <ac:spMkLst>
            <pc:docMk/>
            <pc:sldMk cId="1371696793" sldId="282"/>
            <ac:spMk id="3" creationId="{81EF959F-4CFA-4C9F-9408-8626EE5A7D71}"/>
          </ac:spMkLst>
        </pc:spChg>
        <pc:picChg chg="del">
          <ac:chgData name="周 勤" userId="88f6344b87143c4c" providerId="LiveId" clId="{D0242C37-253D-4992-94C8-34A641BF5B3F}" dt="2021-12-24T10:17:32.721" v="3782" actId="478"/>
          <ac:picMkLst>
            <pc:docMk/>
            <pc:sldMk cId="1371696793" sldId="282"/>
            <ac:picMk id="5" creationId="{A2C6F41A-64F7-44FF-8B75-7452E40FCAC7}"/>
          </ac:picMkLst>
        </pc:picChg>
        <pc:picChg chg="add mod">
          <ac:chgData name="周 勤" userId="88f6344b87143c4c" providerId="LiveId" clId="{D0242C37-253D-4992-94C8-34A641BF5B3F}" dt="2021-12-24T10:17:41.526" v="3786" actId="14100"/>
          <ac:picMkLst>
            <pc:docMk/>
            <pc:sldMk cId="1371696793" sldId="282"/>
            <ac:picMk id="6" creationId="{EE1F7FE5-9381-4340-909D-89D1A32A5457}"/>
          </ac:picMkLst>
        </pc:picChg>
      </pc:sldChg>
      <pc:sldChg chg="modSp mod ord">
        <pc:chgData name="周 勤" userId="88f6344b87143c4c" providerId="LiveId" clId="{D0242C37-253D-4992-94C8-34A641BF5B3F}" dt="2021-12-24T07:12:00.516" v="1149" actId="1076"/>
        <pc:sldMkLst>
          <pc:docMk/>
          <pc:sldMk cId="857579089" sldId="283"/>
        </pc:sldMkLst>
        <pc:spChg chg="mod">
          <ac:chgData name="周 勤" userId="88f6344b87143c4c" providerId="LiveId" clId="{D0242C37-253D-4992-94C8-34A641BF5B3F}" dt="2021-12-24T05:53:01.937" v="601" actId="20577"/>
          <ac:spMkLst>
            <pc:docMk/>
            <pc:sldMk cId="857579089" sldId="283"/>
            <ac:spMk id="2" creationId="{4B3E0C11-4AAA-45B6-AC21-4F5C41544011}"/>
          </ac:spMkLst>
        </pc:spChg>
        <pc:spChg chg="mod">
          <ac:chgData name="周 勤" userId="88f6344b87143c4c" providerId="LiveId" clId="{D0242C37-253D-4992-94C8-34A641BF5B3F}" dt="2021-12-24T07:12:00.516" v="1149" actId="1076"/>
          <ac:spMkLst>
            <pc:docMk/>
            <pc:sldMk cId="857579089" sldId="283"/>
            <ac:spMk id="3" creationId="{81EF959F-4CFA-4C9F-9408-8626EE5A7D71}"/>
          </ac:spMkLst>
        </pc:spChg>
      </pc:sldChg>
      <pc:sldChg chg="del">
        <pc:chgData name="周 勤" userId="88f6344b87143c4c" providerId="LiveId" clId="{D0242C37-253D-4992-94C8-34A641BF5B3F}" dt="2021-12-24T05:54:22.313" v="662" actId="47"/>
        <pc:sldMkLst>
          <pc:docMk/>
          <pc:sldMk cId="830943504" sldId="284"/>
        </pc:sldMkLst>
      </pc:sldChg>
      <pc:sldChg chg="modSp add mod">
        <pc:chgData name="周 勤" userId="88f6344b87143c4c" providerId="LiveId" clId="{D0242C37-253D-4992-94C8-34A641BF5B3F}" dt="2021-12-24T07:36:20.723" v="2533" actId="1076"/>
        <pc:sldMkLst>
          <pc:docMk/>
          <pc:sldMk cId="3780186034" sldId="285"/>
        </pc:sldMkLst>
        <pc:spChg chg="mod">
          <ac:chgData name="周 勤" userId="88f6344b87143c4c" providerId="LiveId" clId="{D0242C37-253D-4992-94C8-34A641BF5B3F}" dt="2021-12-24T07:22:51.564" v="1807" actId="20577"/>
          <ac:spMkLst>
            <pc:docMk/>
            <pc:sldMk cId="3780186034" sldId="285"/>
            <ac:spMk id="2" creationId="{4B3E0C11-4AAA-45B6-AC21-4F5C41544011}"/>
          </ac:spMkLst>
        </pc:spChg>
        <pc:spChg chg="mod">
          <ac:chgData name="周 勤" userId="88f6344b87143c4c" providerId="LiveId" clId="{D0242C37-253D-4992-94C8-34A641BF5B3F}" dt="2021-12-24T07:36:20.723" v="2533" actId="1076"/>
          <ac:spMkLst>
            <pc:docMk/>
            <pc:sldMk cId="3780186034" sldId="285"/>
            <ac:spMk id="3" creationId="{81EF959F-4CFA-4C9F-9408-8626EE5A7D71}"/>
          </ac:spMkLst>
        </pc:spChg>
      </pc:sldChg>
      <pc:sldChg chg="modSp add mod">
        <pc:chgData name="周 勤" userId="88f6344b87143c4c" providerId="LiveId" clId="{D0242C37-253D-4992-94C8-34A641BF5B3F}" dt="2021-12-24T07:49:01.593" v="3382" actId="1076"/>
        <pc:sldMkLst>
          <pc:docMk/>
          <pc:sldMk cId="4031156398" sldId="286"/>
        </pc:sldMkLst>
        <pc:spChg chg="mod">
          <ac:chgData name="周 勤" userId="88f6344b87143c4c" providerId="LiveId" clId="{D0242C37-253D-4992-94C8-34A641BF5B3F}" dt="2021-12-24T07:49:01.593" v="3382" actId="1076"/>
          <ac:spMkLst>
            <pc:docMk/>
            <pc:sldMk cId="4031156398" sldId="286"/>
            <ac:spMk id="3" creationId="{81EF959F-4CFA-4C9F-9408-8626EE5A7D7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683E0A-1AD9-014D-B4AD-A0F62BAE17A9}" type="datetimeFigureOut">
              <a:rPr kumimoji="1" lang="zh-CN" altLang="en-US" smtClean="0"/>
              <a:t>2022/5/4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E97E4-05EB-0C4F-9C9B-A99A19BE775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5056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2">
            <a:alpha val="6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片 110">
            <a:extLst>
              <a:ext uri="{FF2B5EF4-FFF2-40B4-BE49-F238E27FC236}">
                <a16:creationId xmlns:a16="http://schemas.microsoft.com/office/drawing/2014/main" id="{0EF7E3A0-EF42-0343-A33B-E6AA265A5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</a:blip>
          <a:srcRect l="21438" t="2597" r="2597"/>
          <a:stretch/>
        </p:blipFill>
        <p:spPr>
          <a:xfrm rot="10800000" flipV="1">
            <a:off x="6818637" y="3790124"/>
            <a:ext cx="5373363" cy="30678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3096" y="1854200"/>
            <a:ext cx="10694504" cy="1655763"/>
          </a:xfrm>
        </p:spPr>
        <p:txBody>
          <a:bodyPr anchor="ctr">
            <a:noAutofit/>
          </a:bodyPr>
          <a:lstStyle>
            <a:lvl1pPr algn="l">
              <a:defRPr sz="4000" b="1">
                <a:solidFill>
                  <a:srgbClr val="0044B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3096" y="3602038"/>
            <a:ext cx="10084904" cy="1655762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pic>
        <p:nvPicPr>
          <p:cNvPr id="108" name="Picture 5">
            <a:extLst>
              <a:ext uri="{FF2B5EF4-FFF2-40B4-BE49-F238E27FC236}">
                <a16:creationId xmlns:a16="http://schemas.microsoft.com/office/drawing/2014/main" id="{B546C715-31EF-644F-A376-E522F45819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41"/>
          <a:stretch/>
        </p:blipFill>
        <p:spPr>
          <a:xfrm>
            <a:off x="1546747" y="804126"/>
            <a:ext cx="3754987" cy="681774"/>
          </a:xfrm>
          <a:prstGeom prst="rect">
            <a:avLst/>
          </a:prstGeom>
        </p:spPr>
      </p:pic>
      <p:pic>
        <p:nvPicPr>
          <p:cNvPr id="110" name="图片 109">
            <a:extLst>
              <a:ext uri="{FF2B5EF4-FFF2-40B4-BE49-F238E27FC236}">
                <a16:creationId xmlns:a16="http://schemas.microsoft.com/office/drawing/2014/main" id="{D4DB4A01-31CE-6C40-B41F-C0C457EA5C8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83097" y="804127"/>
            <a:ext cx="909033" cy="68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53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9BD08EF-BEB6-2743-B2A1-FEA89006E26B}"/>
              </a:ext>
            </a:extLst>
          </p:cNvPr>
          <p:cNvSpPr/>
          <p:nvPr userDrawn="1"/>
        </p:nvSpPr>
        <p:spPr>
          <a:xfrm>
            <a:off x="0" y="0"/>
            <a:ext cx="12192000" cy="7951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007" y="0"/>
            <a:ext cx="11737960" cy="795130"/>
          </a:xfrm>
        </p:spPr>
        <p:txBody>
          <a:bodyPr anchor="ctr">
            <a:normAutofit/>
          </a:bodyPr>
          <a:lstStyle>
            <a:lvl1pPr>
              <a:defRPr sz="2800" b="1">
                <a:solidFill>
                  <a:srgbClr val="00399E"/>
                </a:solidFill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007" y="1103244"/>
            <a:ext cx="11220915" cy="5378657"/>
          </a:xfrm>
        </p:spPr>
        <p:txBody>
          <a:bodyPr/>
          <a:lstStyle>
            <a:lvl1pPr marL="302400" indent="-302400">
              <a:lnSpc>
                <a:spcPct val="120000"/>
              </a:lnSpc>
              <a:buClr>
                <a:srgbClr val="00399E"/>
              </a:buClr>
              <a:buSzPct val="80000"/>
              <a:buFont typeface="Wingdings" pitchFamily="2" charset="2"/>
              <a:buChar char="n"/>
              <a:defRPr sz="2400" b="0">
                <a:latin typeface="+mn-lt"/>
                <a:ea typeface="+mj-ea"/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97558E-A322-0741-95EA-A622E4ABED09}"/>
              </a:ext>
            </a:extLst>
          </p:cNvPr>
          <p:cNvSpPr/>
          <p:nvPr userDrawn="1"/>
        </p:nvSpPr>
        <p:spPr>
          <a:xfrm>
            <a:off x="230107" y="139147"/>
            <a:ext cx="144000" cy="516836"/>
          </a:xfrm>
          <a:prstGeom prst="rect">
            <a:avLst/>
          </a:prstGeom>
          <a:solidFill>
            <a:srgbClr val="013A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rgbClr val="013A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555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F74BB223-87CB-1C4F-B693-B3D88B0C52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6683" t="2597" r="-4086"/>
          <a:stretch>
            <a:fillRect/>
          </a:stretch>
        </p:blipFill>
        <p:spPr>
          <a:xfrm>
            <a:off x="2264" y="3864824"/>
            <a:ext cx="6721981" cy="2993176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5BA06319-DFA2-7A49-A3AB-30805AF5B5AE}"/>
              </a:ext>
            </a:extLst>
          </p:cNvPr>
          <p:cNvGrpSpPr/>
          <p:nvPr userDrawn="1"/>
        </p:nvGrpSpPr>
        <p:grpSpPr>
          <a:xfrm>
            <a:off x="0" y="1952897"/>
            <a:ext cx="12192000" cy="2201092"/>
            <a:chOff x="0" y="1952897"/>
            <a:chExt cx="9144000" cy="2201092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D7C30E7E-89D5-5042-9254-B791EFB910B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prstClr val="black"/>
                <a:schemeClr val="bg1">
                  <a:lumMod val="85000"/>
                  <a:tint val="45000"/>
                  <a:satMod val="400000"/>
                </a:schemeClr>
              </a:duotone>
            </a:blip>
            <a:srcRect l="37320" t="30117" r="2597"/>
            <a:stretch/>
          </p:blipFill>
          <p:spPr>
            <a:xfrm rot="10800000" flipV="1">
              <a:off x="5956532" y="1952897"/>
              <a:ext cx="3187468" cy="2201092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BFCFCE0-31B5-F54F-BC81-C463D19B7245}"/>
                </a:ext>
              </a:extLst>
            </p:cNvPr>
            <p:cNvSpPr/>
            <p:nvPr userDrawn="1"/>
          </p:nvSpPr>
          <p:spPr>
            <a:xfrm>
              <a:off x="0" y="1952897"/>
              <a:ext cx="6368143" cy="220109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18CC3E61-AD99-AA4E-AE8B-2FE5096AA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933"/>
            <a:ext cx="10515600" cy="1325563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rgbClr val="00399E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13044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4BA6-B3A1-CA42-AC88-14BB17179D0C}" type="datetimeFigureOut">
              <a:rPr kumimoji="1" lang="zh-CN" altLang="en-US" smtClean="0"/>
              <a:t>2022/5/4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F9F7C-1E92-424E-A6E9-03F7F4922B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9915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4BA6-B3A1-CA42-AC88-14BB17179D0C}" type="datetimeFigureOut">
              <a:rPr kumimoji="1" lang="zh-CN" altLang="en-US" smtClean="0"/>
              <a:t>2022/5/4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F9F7C-1E92-424E-A6E9-03F7F4922B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8071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4BA6-B3A1-CA42-AC88-14BB17179D0C}" type="datetimeFigureOut">
              <a:rPr kumimoji="1" lang="zh-CN" altLang="en-US" smtClean="0"/>
              <a:t>2022/5/4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F9F7C-1E92-424E-A6E9-03F7F4922B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1139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4BA6-B3A1-CA42-AC88-14BB17179D0C}" type="datetimeFigureOut">
              <a:rPr kumimoji="1" lang="zh-CN" altLang="en-US" smtClean="0"/>
              <a:t>2022/5/4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F9F7C-1E92-424E-A6E9-03F7F4922B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0968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4BA6-B3A1-CA42-AC88-14BB17179D0C}" type="datetimeFigureOut">
              <a:rPr kumimoji="1" lang="zh-CN" altLang="en-US" smtClean="0"/>
              <a:t>2022/5/4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F9F7C-1E92-424E-A6E9-03F7F4922B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0578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4BA6-B3A1-CA42-AC88-14BB17179D0C}" type="datetimeFigureOut">
              <a:rPr kumimoji="1" lang="zh-CN" altLang="en-US" smtClean="0"/>
              <a:t>2022/5/4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F9F7C-1E92-424E-A6E9-03F7F4922B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3108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4BA6-B3A1-CA42-AC88-14BB17179D0C}" type="datetimeFigureOut">
              <a:rPr kumimoji="1" lang="zh-CN" altLang="en-US" smtClean="0"/>
              <a:t>2022/5/4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F9F7C-1E92-424E-A6E9-03F7F4922B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5239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4BA6-B3A1-CA42-AC88-14BB17179D0C}" type="datetimeFigureOut">
              <a:rPr kumimoji="1" lang="zh-CN" altLang="en-US" smtClean="0"/>
              <a:t>2022/5/4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F9F7C-1E92-424E-A6E9-03F7F4922B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2389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4BA6-B3A1-CA42-AC88-14BB17179D0C}" type="datetimeFigureOut">
              <a:rPr kumimoji="1" lang="zh-CN" altLang="en-US" smtClean="0"/>
              <a:t>2022/5/4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F9F7C-1E92-424E-A6E9-03F7F4922B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214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364BA6-B3A1-CA42-AC88-14BB17179D0C}" type="datetimeFigureOut">
              <a:rPr kumimoji="1" lang="zh-CN" altLang="en-US" smtClean="0"/>
              <a:t>2022/5/4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F9F7C-1E92-424E-A6E9-03F7F4922B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3162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zewan.cc/2022/05/02/server-mysql/" TargetMode="External"/><Relationship Id="rId2" Type="http://schemas.openxmlformats.org/officeDocument/2006/relationships/hyperlink" Target="https://blog.zewan.cc/2021/06/24/deploy-django-vue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zewan.cc/2022/05/02/server-mysql/" TargetMode="External"/><Relationship Id="rId2" Type="http://schemas.openxmlformats.org/officeDocument/2006/relationships/hyperlink" Target="https://blog.zewan.cc/2021/06/24/deploy-django-vue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s.51cto.com/article/636125.html" TargetMode="External"/><Relationship Id="rId4" Type="http://schemas.openxmlformats.org/officeDocument/2006/relationships/hyperlink" Target="https://www.ruanyifeng.com/blog/2019/10/tmux.html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test.zewan.cc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test.zewan.cc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040599-EAF9-A3E3-7F90-C73C9387BF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项目部署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CD57C385-EA88-3B6C-6531-F829B69900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以 </a:t>
            </a:r>
            <a:r>
              <a:rPr lang="en-US" altLang="zh-CN" dirty="0"/>
              <a:t>Vue + Django </a:t>
            </a:r>
            <a:r>
              <a:rPr lang="zh-CN" altLang="en-US"/>
              <a:t>项目为例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0636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D1841F-C1DC-D2DD-7B40-1A050EF3A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简要说明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BFCEB4-F76A-E247-1DB0-455575E77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42" y="995666"/>
            <a:ext cx="11220915" cy="5692003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视频教程建议</a:t>
            </a:r>
            <a:r>
              <a:rPr lang="en-US" altLang="zh-CN" dirty="0">
                <a:solidFill>
                  <a:srgbClr val="C00000"/>
                </a:solidFill>
              </a:rPr>
              <a:t>1.5</a:t>
            </a:r>
            <a:r>
              <a:rPr lang="zh-CN" altLang="en-US" dirty="0">
                <a:solidFill>
                  <a:srgbClr val="C00000"/>
                </a:solidFill>
              </a:rPr>
              <a:t>倍速观看，广普口音敬请谅解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/>
              <a:t>书面的部署流程：</a:t>
            </a:r>
            <a:r>
              <a:rPr lang="en-US" altLang="zh-CN" dirty="0">
                <a:hlinkClick r:id="rId2"/>
              </a:rPr>
              <a:t>https://blog.zewan.cc/2021/06/24/deploy-django-vue/</a:t>
            </a:r>
            <a:endParaRPr lang="en-US" altLang="zh-CN" dirty="0"/>
          </a:p>
          <a:p>
            <a:r>
              <a:rPr lang="zh-CN" altLang="en-US" dirty="0"/>
              <a:t>部署技术栈使用 </a:t>
            </a:r>
            <a:r>
              <a:rPr lang="en-US" altLang="zh-CN" dirty="0"/>
              <a:t>Nginx + uWSGI</a:t>
            </a:r>
          </a:p>
          <a:p>
            <a:r>
              <a:rPr lang="zh-CN" altLang="en-US" dirty="0"/>
              <a:t>具体流程：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服务器预设置（</a:t>
            </a:r>
            <a:r>
              <a:rPr lang="en-US" altLang="zh-CN" dirty="0"/>
              <a:t>SSH</a:t>
            </a:r>
            <a:r>
              <a:rPr lang="zh-CN" altLang="en-US" dirty="0"/>
              <a:t>远程连接、添加用户、配置公钥）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安装远程数据库（可选）</a:t>
            </a:r>
            <a:r>
              <a:rPr lang="en-US" altLang="zh-CN" dirty="0">
                <a:hlinkClick r:id="rId3"/>
              </a:rPr>
              <a:t>https://blog.zewan.cc/2022/05/02/server-mysql/</a:t>
            </a:r>
            <a:r>
              <a:rPr lang="en-US" altLang="zh-CN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安装</a:t>
            </a:r>
            <a:r>
              <a:rPr lang="en-US" altLang="zh-CN" dirty="0"/>
              <a:t>Django</a:t>
            </a:r>
            <a:r>
              <a:rPr lang="zh-CN" altLang="en-US" dirty="0"/>
              <a:t>环境（</a:t>
            </a:r>
            <a:r>
              <a:rPr lang="en-US" altLang="zh-CN" dirty="0" err="1"/>
              <a:t>MiniConda</a:t>
            </a:r>
            <a:r>
              <a:rPr lang="zh-CN" altLang="en-US" dirty="0"/>
              <a:t>）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配置</a:t>
            </a:r>
            <a:r>
              <a:rPr lang="en-US" altLang="zh-CN" dirty="0"/>
              <a:t>uWSGI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配置</a:t>
            </a:r>
            <a:r>
              <a:rPr lang="en-US" altLang="zh-CN" dirty="0"/>
              <a:t>Nginx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9873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037FAE-D86E-7954-CA1F-1709974D4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资源汇总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30D9BE-978B-8EFC-7628-1EE57558A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部署全流程：</a:t>
            </a:r>
            <a:r>
              <a:rPr lang="en-US" altLang="zh-CN" dirty="0">
                <a:hlinkClick r:id="rId2"/>
              </a:rPr>
              <a:t>https://blog.zewan.cc/2021/06/24/deploy-django-vue/</a:t>
            </a:r>
            <a:endParaRPr lang="en-US" altLang="zh-CN" dirty="0"/>
          </a:p>
          <a:p>
            <a:r>
              <a:rPr lang="zh-CN" altLang="en-US" dirty="0"/>
              <a:t>安装远程数据库：</a:t>
            </a:r>
            <a:r>
              <a:rPr lang="en-US" altLang="zh-CN" dirty="0">
                <a:hlinkClick r:id="rId3"/>
              </a:rPr>
              <a:t>https://blog.zewan.cc/2022/05/02/server-mysql/</a:t>
            </a:r>
            <a:r>
              <a:rPr lang="en-US" altLang="zh-CN" dirty="0"/>
              <a:t> </a:t>
            </a:r>
          </a:p>
          <a:p>
            <a:r>
              <a:rPr lang="en-US" altLang="zh-CN" dirty="0" err="1"/>
              <a:t>Tmux</a:t>
            </a:r>
            <a:r>
              <a:rPr lang="en-US" altLang="zh-CN" dirty="0"/>
              <a:t> </a:t>
            </a:r>
            <a:r>
              <a:rPr lang="zh-CN" altLang="en-US" dirty="0"/>
              <a:t>教程：</a:t>
            </a:r>
            <a:r>
              <a:rPr lang="en-US" altLang="zh-CN" dirty="0"/>
              <a:t> </a:t>
            </a:r>
            <a:r>
              <a:rPr lang="en-US" altLang="zh-CN" dirty="0">
                <a:hlinkClick r:id="rId4"/>
              </a:rPr>
              <a:t>https://www.ruanyifeng.com/blog/2019/10/tmux.html</a:t>
            </a:r>
            <a:r>
              <a:rPr lang="en-US" altLang="zh-CN" dirty="0"/>
              <a:t> </a:t>
            </a:r>
          </a:p>
          <a:p>
            <a:r>
              <a:rPr lang="en-US" altLang="zh-CN" dirty="0" err="1"/>
              <a:t>Miniconda</a:t>
            </a:r>
            <a:r>
              <a:rPr lang="zh-CN" altLang="en-US" dirty="0"/>
              <a:t>安装教程：</a:t>
            </a:r>
            <a:r>
              <a:rPr lang="en-US" altLang="zh-CN" dirty="0"/>
              <a:t> </a:t>
            </a:r>
            <a:r>
              <a:rPr lang="en-US" altLang="zh-CN" dirty="0">
                <a:hlinkClick r:id="rId5"/>
              </a:rPr>
              <a:t>https://os.51cto.com/article/636125.html</a:t>
            </a:r>
            <a:r>
              <a:rPr lang="en-US" altLang="zh-C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6865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F29D2-CABC-5BC6-366B-554C2CFC5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视频时间节点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43B3B2-9FB3-4BB3-97D0-C1D35CC3E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008" y="1103244"/>
            <a:ext cx="5440628" cy="5378657"/>
          </a:xfrm>
        </p:spPr>
        <p:txBody>
          <a:bodyPr/>
          <a:lstStyle/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服务器预设置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00:00:00</a:t>
            </a:r>
          </a:p>
          <a:p>
            <a:pPr lvl="1">
              <a:lnSpc>
                <a:spcPct val="130000"/>
              </a:lnSpc>
            </a:pPr>
            <a:r>
              <a:rPr lang="en-US" altLang="zh-CN" dirty="0"/>
              <a:t>SSH</a:t>
            </a:r>
            <a:r>
              <a:rPr lang="zh-CN" altLang="en-US" dirty="0"/>
              <a:t>远程连接：</a:t>
            </a:r>
            <a:r>
              <a:rPr lang="en-US" altLang="zh-CN" dirty="0"/>
              <a:t>00:01:08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新建用户：</a:t>
            </a:r>
            <a:r>
              <a:rPr lang="en-US" altLang="zh-CN" dirty="0"/>
              <a:t>00:03:56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配置公钥：</a:t>
            </a:r>
            <a:r>
              <a:rPr lang="en-US" altLang="zh-CN" dirty="0"/>
              <a:t>00:05:40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安装远程数据库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00:08:00 </a:t>
            </a:r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zh-CN" altLang="en-US" dirty="0">
                <a:solidFill>
                  <a:srgbClr val="FF0000"/>
                </a:solidFill>
              </a:rPr>
              <a:t>可选</a:t>
            </a:r>
            <a:r>
              <a:rPr lang="en-US" altLang="zh-CN" dirty="0">
                <a:solidFill>
                  <a:srgbClr val="FF0000"/>
                </a:solidFill>
              </a:rPr>
              <a:t>]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安装 </a:t>
            </a:r>
            <a:r>
              <a:rPr lang="en-US" altLang="zh-CN" dirty="0"/>
              <a:t>MySQL 00:09:01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打开远程访问权限</a:t>
            </a:r>
            <a:r>
              <a:rPr lang="en-US" altLang="zh-CN" dirty="0"/>
              <a:t> 00:10:24</a:t>
            </a:r>
          </a:p>
          <a:p>
            <a:pPr lvl="2">
              <a:lnSpc>
                <a:spcPct val="130000"/>
              </a:lnSpc>
            </a:pPr>
            <a:r>
              <a:rPr lang="zh-CN" altLang="en-US" dirty="0"/>
              <a:t>编辑配置文件 </a:t>
            </a:r>
            <a:r>
              <a:rPr lang="en-US" altLang="zh-CN" dirty="0"/>
              <a:t>00:10:24</a:t>
            </a:r>
          </a:p>
          <a:p>
            <a:pPr lvl="2">
              <a:lnSpc>
                <a:spcPct val="130000"/>
              </a:lnSpc>
            </a:pPr>
            <a:r>
              <a:rPr lang="zh-CN" altLang="en-US" dirty="0"/>
              <a:t>添加数据库用户 </a:t>
            </a:r>
            <a:r>
              <a:rPr lang="en-US" altLang="zh-CN" dirty="0"/>
              <a:t>00:11:32</a:t>
            </a:r>
          </a:p>
          <a:p>
            <a:pPr lvl="2">
              <a:lnSpc>
                <a:spcPct val="130000"/>
              </a:lnSpc>
            </a:pPr>
            <a:r>
              <a:rPr lang="en-US" altLang="zh-CN" dirty="0" err="1"/>
              <a:t>Pycharm</a:t>
            </a:r>
            <a:r>
              <a:rPr lang="zh-CN" altLang="en-US" dirty="0"/>
              <a:t>连接远程数据库 </a:t>
            </a:r>
            <a:r>
              <a:rPr lang="en-US" altLang="zh-CN" dirty="0"/>
              <a:t>00:13:01</a:t>
            </a:r>
          </a:p>
          <a:p>
            <a:pPr lvl="2">
              <a:lnSpc>
                <a:spcPct val="130000"/>
              </a:lnSpc>
            </a:pPr>
            <a:endParaRPr lang="en-US" altLang="zh-CN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B598CE-8AA5-B77D-B8DA-84782A530208}"/>
              </a:ext>
            </a:extLst>
          </p:cNvPr>
          <p:cNvSpPr txBox="1">
            <a:spLocks/>
          </p:cNvSpPr>
          <p:nvPr/>
        </p:nvSpPr>
        <p:spPr>
          <a:xfrm>
            <a:off x="6096000" y="1103828"/>
            <a:ext cx="5629835" cy="5378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2400" indent="-3024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00399E"/>
              </a:buClr>
              <a:buSzPct val="80000"/>
              <a:buFont typeface="Wingdings" pitchFamily="2" charset="2"/>
              <a:buChar char="n"/>
              <a:defRPr sz="2400" b="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30000"/>
              </a:lnSpc>
              <a:buFont typeface="+mj-lt"/>
              <a:buAutoNum type="arabicPeriod" startAt="3"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安装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Django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环境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00:15:49 </a:t>
            </a:r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zh-CN" altLang="en-US" dirty="0">
                <a:solidFill>
                  <a:srgbClr val="FF0000"/>
                </a:solidFill>
              </a:rPr>
              <a:t>前端跳过</a:t>
            </a:r>
            <a:r>
              <a:rPr lang="en-US" altLang="zh-CN" dirty="0">
                <a:solidFill>
                  <a:srgbClr val="FF0000"/>
                </a:solidFill>
              </a:rPr>
              <a:t>]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安装</a:t>
            </a:r>
            <a:r>
              <a:rPr lang="en-US" altLang="zh-CN" dirty="0" err="1"/>
              <a:t>MiniConda</a:t>
            </a:r>
            <a:r>
              <a:rPr lang="en-US" altLang="zh-CN" dirty="0"/>
              <a:t> 00:16:33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创建</a:t>
            </a:r>
            <a:r>
              <a:rPr lang="en-US" altLang="zh-CN" dirty="0" err="1"/>
              <a:t>django</a:t>
            </a:r>
            <a:r>
              <a:rPr lang="zh-CN" altLang="en-US" dirty="0"/>
              <a:t>环境 </a:t>
            </a:r>
            <a:r>
              <a:rPr lang="en-US" altLang="zh-CN" dirty="0"/>
              <a:t>00:19:36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简要介绍要部署的项目 </a:t>
            </a:r>
            <a:r>
              <a:rPr lang="en-US" altLang="zh-CN" dirty="0"/>
              <a:t>00:19:59 </a:t>
            </a:r>
            <a:r>
              <a:rPr lang="en-US" altLang="zh-CN" dirty="0">
                <a:solidFill>
                  <a:schemeClr val="accent2"/>
                </a:solidFill>
              </a:rPr>
              <a:t>[</a:t>
            </a:r>
            <a:r>
              <a:rPr lang="zh-CN" altLang="en-US" dirty="0">
                <a:solidFill>
                  <a:schemeClr val="accent2"/>
                </a:solidFill>
              </a:rPr>
              <a:t>前端可看</a:t>
            </a:r>
            <a:r>
              <a:rPr lang="en-US" altLang="zh-CN" dirty="0">
                <a:solidFill>
                  <a:schemeClr val="accent2"/>
                </a:solidFill>
              </a:rPr>
              <a:t>]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安装项目依赖 </a:t>
            </a:r>
            <a:r>
              <a:rPr lang="en-US" altLang="zh-CN" dirty="0"/>
              <a:t>00:24:29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前端联调部署好的后端 </a:t>
            </a:r>
            <a:r>
              <a:rPr lang="en-US" altLang="zh-CN" dirty="0"/>
              <a:t>00:26:28 </a:t>
            </a:r>
            <a:r>
              <a:rPr lang="en-US" altLang="zh-CN" dirty="0">
                <a:solidFill>
                  <a:schemeClr val="accent2"/>
                </a:solidFill>
              </a:rPr>
              <a:t>[</a:t>
            </a:r>
            <a:r>
              <a:rPr lang="zh-CN" altLang="en-US" dirty="0">
                <a:solidFill>
                  <a:schemeClr val="accent2"/>
                </a:solidFill>
              </a:rPr>
              <a:t>前端可看</a:t>
            </a:r>
            <a:r>
              <a:rPr lang="en-US" altLang="zh-CN" dirty="0">
                <a:solidFill>
                  <a:schemeClr val="accent2"/>
                </a:solidFill>
              </a:rPr>
              <a:t>]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5881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F29D2-CABC-5BC6-366B-554C2CFC5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视频时间节点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43B3B2-9FB3-4BB3-97D0-C1D35CC3E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007" y="1103244"/>
            <a:ext cx="11097357" cy="5620285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30000"/>
              </a:lnSpc>
              <a:buFont typeface="+mj-lt"/>
              <a:buAutoNum type="arabicPeriod" startAt="4"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附录：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</a:rPr>
              <a:t>VScode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远程连接服务器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00:27:21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 startAt="4"/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uWSGI 00:30:17 </a:t>
            </a:r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zh-CN" altLang="en-US" dirty="0">
                <a:solidFill>
                  <a:srgbClr val="FF0000"/>
                </a:solidFill>
              </a:rPr>
              <a:t>前端跳过</a:t>
            </a:r>
            <a:r>
              <a:rPr lang="en-US" altLang="zh-CN" dirty="0">
                <a:solidFill>
                  <a:srgbClr val="FF0000"/>
                </a:solidFill>
              </a:rPr>
              <a:t>]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pPr lvl="1">
              <a:lnSpc>
                <a:spcPct val="130000"/>
              </a:lnSpc>
            </a:pPr>
            <a:r>
              <a:rPr lang="en-US" altLang="zh-CN" dirty="0" err="1"/>
              <a:t>Tmux</a:t>
            </a:r>
            <a:r>
              <a:rPr lang="zh-CN" altLang="en-US" dirty="0"/>
              <a:t>直接部署后端：</a:t>
            </a:r>
            <a:r>
              <a:rPr lang="en-US" altLang="zh-CN" dirty="0"/>
              <a:t>00:32:20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安装</a:t>
            </a:r>
            <a:r>
              <a:rPr lang="en-US" altLang="zh-CN" dirty="0"/>
              <a:t>uWSGI</a:t>
            </a:r>
            <a:r>
              <a:rPr lang="zh-CN" altLang="en-US" dirty="0"/>
              <a:t>：</a:t>
            </a:r>
            <a:r>
              <a:rPr lang="en-US" altLang="zh-CN" dirty="0"/>
              <a:t>00:35:03</a:t>
            </a:r>
          </a:p>
          <a:p>
            <a:pPr lvl="1">
              <a:lnSpc>
                <a:spcPct val="130000"/>
              </a:lnSpc>
            </a:pPr>
            <a:r>
              <a:rPr lang="en-US" altLang="zh-CN" dirty="0"/>
              <a:t>uWSGI</a:t>
            </a:r>
            <a:r>
              <a:rPr lang="zh-CN" altLang="en-US" dirty="0"/>
              <a:t>配置与运行：</a:t>
            </a:r>
            <a:r>
              <a:rPr lang="en-US" altLang="zh-CN" dirty="0"/>
              <a:t>00:37:02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 startAt="4"/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Nginx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00:41:12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dirty="0"/>
              <a:t>安装</a:t>
            </a:r>
            <a:r>
              <a:rPr lang="en-US" altLang="zh-CN" dirty="0"/>
              <a:t>Nginx 00:41:50</a:t>
            </a:r>
          </a:p>
          <a:p>
            <a:pPr lvl="1">
              <a:lnSpc>
                <a:spcPct val="130000"/>
              </a:lnSpc>
            </a:pPr>
            <a:r>
              <a:rPr lang="en-US" altLang="zh-CN" dirty="0"/>
              <a:t>Nginx</a:t>
            </a:r>
            <a:r>
              <a:rPr lang="zh-CN" altLang="en-US" dirty="0"/>
              <a:t>配置与运行</a:t>
            </a:r>
            <a:r>
              <a:rPr lang="en-US" altLang="zh-CN" dirty="0"/>
              <a:t> 00:43:50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域名部署 </a:t>
            </a:r>
            <a:r>
              <a:rPr lang="en-US" altLang="zh-CN" dirty="0"/>
              <a:t>00:54:22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前端本地联调彻底部署好的后端 </a:t>
            </a:r>
            <a:r>
              <a:rPr lang="en-US" altLang="zh-CN" dirty="0"/>
              <a:t>01:01:37</a:t>
            </a:r>
          </a:p>
        </p:txBody>
      </p:sp>
    </p:spTree>
    <p:extLst>
      <p:ext uri="{BB962C8B-B14F-4D97-AF65-F5344CB8AC3E}">
        <p14:creationId xmlns:p14="http://schemas.microsoft.com/office/powerpoint/2010/main" val="4236032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317CED-B60A-2240-0CB5-81ED83447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部署域名 </a:t>
            </a:r>
            <a:r>
              <a:rPr lang="en-US" altLang="zh-CN" dirty="0">
                <a:hlinkClick r:id="rId2"/>
              </a:rPr>
              <a:t>https://test.zewan.cc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B0535B-4541-A102-BAEF-9C4DA3747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由于等待证书批发时间较长，没有录入视频中，因此我在这里记录一下</a:t>
            </a:r>
            <a:endParaRPr lang="en-US" altLang="zh-CN" dirty="0"/>
          </a:p>
          <a:p>
            <a:r>
              <a:rPr lang="zh-CN" altLang="en-US" dirty="0"/>
              <a:t>部署域名后前端为</a:t>
            </a:r>
            <a:r>
              <a:rPr lang="en-US" altLang="zh-CN" dirty="0"/>
              <a:t>HTTPS</a:t>
            </a:r>
            <a:r>
              <a:rPr lang="zh-CN" altLang="en-US" dirty="0"/>
              <a:t>访问，此时</a:t>
            </a:r>
            <a:r>
              <a:rPr lang="en-US" altLang="zh-CN" dirty="0">
                <a:solidFill>
                  <a:srgbClr val="C00000"/>
                </a:solidFill>
              </a:rPr>
              <a:t>HTTPS</a:t>
            </a:r>
            <a:r>
              <a:rPr lang="zh-CN" altLang="en-US" dirty="0">
                <a:solidFill>
                  <a:srgbClr val="C00000"/>
                </a:solidFill>
              </a:rPr>
              <a:t>不允许向</a:t>
            </a:r>
            <a:r>
              <a:rPr lang="en-US" altLang="zh-CN" dirty="0">
                <a:solidFill>
                  <a:srgbClr val="C00000"/>
                </a:solidFill>
              </a:rPr>
              <a:t>IP</a:t>
            </a:r>
            <a:r>
              <a:rPr lang="zh-CN" altLang="en-US" dirty="0">
                <a:solidFill>
                  <a:srgbClr val="C00000"/>
                </a:solidFill>
              </a:rPr>
              <a:t>形式的后端发送请求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/>
              <a:t>需要将前端项目 </a:t>
            </a:r>
            <a:r>
              <a:rPr lang="en-US" altLang="zh-CN" dirty="0" err="1"/>
              <a:t>axios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dirty="0" err="1"/>
              <a:t>baseURL</a:t>
            </a:r>
            <a:r>
              <a:rPr lang="en-US" altLang="zh-CN" dirty="0"/>
              <a:t> </a:t>
            </a:r>
            <a:r>
              <a:rPr lang="zh-CN" altLang="en-US" dirty="0"/>
              <a:t>改为域名形式，再上传到服务器上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41D00E-D9C0-AD6B-BA55-58CFE1FAC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53" y="3098081"/>
            <a:ext cx="8219687" cy="12634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14068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0E7251-C0C3-7790-EEE7-F0683A75C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部署域名</a:t>
            </a:r>
            <a:r>
              <a:rPr lang="en-US" altLang="zh-CN" dirty="0"/>
              <a:t> </a:t>
            </a:r>
            <a:r>
              <a:rPr lang="en-US" altLang="zh-CN" dirty="0">
                <a:hlinkClick r:id="rId2"/>
              </a:rPr>
              <a:t>https://test.zewan.cc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DA5205-BC3A-6D78-E9AE-BEF9C3F18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另外，将</a:t>
            </a:r>
            <a:r>
              <a:rPr lang="en-US" altLang="zh-CN" dirty="0" err="1"/>
              <a:t>ssl</a:t>
            </a:r>
            <a:r>
              <a:rPr lang="zh-CN" altLang="en-US" dirty="0"/>
              <a:t>证书上传到服务器后，</a:t>
            </a:r>
            <a:r>
              <a:rPr lang="en-US" altLang="zh-CN" dirty="0"/>
              <a:t>nginx</a:t>
            </a:r>
            <a:r>
              <a:rPr lang="zh-CN" altLang="en-US" dirty="0"/>
              <a:t>的</a:t>
            </a:r>
            <a:r>
              <a:rPr lang="en-US" altLang="zh-CN" dirty="0" err="1"/>
              <a:t>web.conf</a:t>
            </a:r>
            <a:r>
              <a:rPr lang="zh-CN" altLang="en-US" dirty="0"/>
              <a:t>文件中需要指定其路径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DF529C8-CCE2-E053-AB28-DDAEFF40E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23" y="1793945"/>
            <a:ext cx="9312447" cy="480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912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AFCFB-0BC2-4BAE-7C17-859B9CE0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注意事项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BBC46F-910C-A8D9-C795-AF454E369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如果需要在本地运行我提供的</a:t>
            </a:r>
            <a:r>
              <a:rPr lang="en-US" altLang="zh-CN" dirty="0" err="1"/>
              <a:t>frontend_demo</a:t>
            </a:r>
            <a:r>
              <a:rPr lang="zh-CN" altLang="en-US" dirty="0"/>
              <a:t>，请记得先</a:t>
            </a:r>
            <a:r>
              <a:rPr lang="en-US" altLang="zh-CN" dirty="0" err="1"/>
              <a:t>npm</a:t>
            </a:r>
            <a:r>
              <a:rPr lang="en-US" altLang="zh-CN" dirty="0"/>
              <a:t> install</a:t>
            </a:r>
            <a:r>
              <a:rPr lang="zh-CN" altLang="en-US" dirty="0"/>
              <a:t>安装依赖</a:t>
            </a:r>
            <a:endParaRPr lang="en-US" altLang="zh-CN" dirty="0"/>
          </a:p>
          <a:p>
            <a:r>
              <a:rPr lang="zh-CN" altLang="en-US" dirty="0"/>
              <a:t>提供的</a:t>
            </a:r>
            <a:r>
              <a:rPr lang="en-US" altLang="zh-CN" dirty="0"/>
              <a:t>demo</a:t>
            </a:r>
            <a:r>
              <a:rPr lang="zh-CN" altLang="en-US" dirty="0"/>
              <a:t>采用</a:t>
            </a:r>
            <a:r>
              <a:rPr lang="en-US" altLang="zh-CN" dirty="0"/>
              <a:t>vue2+Django v3.2</a:t>
            </a:r>
            <a:r>
              <a:rPr lang="zh-CN" altLang="en-US" dirty="0"/>
              <a:t>版本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切莫攻击或删除提供的服务器和数据库（我很相信</a:t>
            </a:r>
            <a:r>
              <a:rPr lang="en-US" altLang="zh-CN" dirty="0">
                <a:solidFill>
                  <a:srgbClr val="FF0000"/>
                </a:solidFill>
              </a:rPr>
              <a:t>super2021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233841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0AB8A-1300-C700-F49B-589E9BCF6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uWSGI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C14AF6-B3FF-E86F-F728-A3E2A2875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理解为持续运行后端的服务器模块</a:t>
            </a:r>
            <a:endParaRPr lang="en-US" altLang="zh-CN" dirty="0"/>
          </a:p>
          <a:p>
            <a:r>
              <a:rPr lang="zh-CN" altLang="en-US" dirty="0"/>
              <a:t>可指定进程、线程最大数量等配置</a:t>
            </a:r>
          </a:p>
        </p:txBody>
      </p:sp>
    </p:spTree>
    <p:extLst>
      <p:ext uri="{BB962C8B-B14F-4D97-AF65-F5344CB8AC3E}">
        <p14:creationId xmlns:p14="http://schemas.microsoft.com/office/powerpoint/2010/main" val="2034226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037FAE-D86E-7954-CA1F-1709974D4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Nginx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30D9BE-978B-8EFC-7628-1EE57558A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Nginx</a:t>
            </a:r>
            <a:r>
              <a:rPr lang="zh-CN" altLang="en-US" dirty="0"/>
              <a:t>（发音同“</a:t>
            </a:r>
            <a:r>
              <a:rPr lang="en-US" altLang="zh-CN" dirty="0"/>
              <a:t>engine X</a:t>
            </a:r>
            <a:r>
              <a:rPr lang="zh-CN" altLang="en-US" dirty="0"/>
              <a:t>”）</a:t>
            </a:r>
            <a:endParaRPr lang="en-US" altLang="zh-CN" dirty="0"/>
          </a:p>
          <a:p>
            <a:r>
              <a:rPr lang="zh-CN" altLang="en-US" dirty="0"/>
              <a:t>异步架构的网页服务器，也可以用作反向代理、负载平衡器、</a:t>
            </a:r>
            <a:r>
              <a:rPr lang="en-US" altLang="zh-CN" dirty="0"/>
              <a:t>HTTP</a:t>
            </a:r>
            <a:r>
              <a:rPr lang="zh-CN" altLang="en-US" dirty="0"/>
              <a:t>缓存等</a:t>
            </a:r>
            <a:endParaRPr lang="en-US" altLang="zh-CN" dirty="0"/>
          </a:p>
          <a:p>
            <a:r>
              <a:rPr lang="zh-CN" altLang="en-US" dirty="0"/>
              <a:t>异步事件驱动的方法来处理请求</a:t>
            </a:r>
            <a:endParaRPr lang="en-US" altLang="zh-CN" dirty="0"/>
          </a:p>
          <a:p>
            <a:r>
              <a:rPr lang="zh-CN" altLang="en-US" dirty="0"/>
              <a:t>开源免费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我们用它来干嘛？</a:t>
            </a:r>
            <a:endParaRPr lang="en-US" altLang="zh-CN" dirty="0"/>
          </a:p>
          <a:p>
            <a:r>
              <a:rPr lang="zh-CN" altLang="en-US" dirty="0"/>
              <a:t>部署前端，使用</a:t>
            </a:r>
            <a:r>
              <a:rPr lang="en-US" altLang="zh-CN" dirty="0"/>
              <a:t>WSGI</a:t>
            </a:r>
            <a:r>
              <a:rPr lang="zh-CN" altLang="en-US" dirty="0"/>
              <a:t>服务器（运行后端）部署后端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29244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14616</TotalTime>
  <Words>525</Words>
  <Application>Microsoft Office PowerPoint</Application>
  <PresentationFormat>宽屏</PresentationFormat>
  <Paragraphs>67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微软雅黑</vt:lpstr>
      <vt:lpstr>Arial</vt:lpstr>
      <vt:lpstr>Arial Black</vt:lpstr>
      <vt:lpstr>Wingdings</vt:lpstr>
      <vt:lpstr>Office 主题​​</vt:lpstr>
      <vt:lpstr>项目部署</vt:lpstr>
      <vt:lpstr>简要说明</vt:lpstr>
      <vt:lpstr>资源汇总</vt:lpstr>
      <vt:lpstr>视频时间节点</vt:lpstr>
      <vt:lpstr>视频时间节点</vt:lpstr>
      <vt:lpstr>部署域名 https://test.zewan.cc </vt:lpstr>
      <vt:lpstr>部署域名 https://test.zewan.cc </vt:lpstr>
      <vt:lpstr>注意事项</vt:lpstr>
      <vt:lpstr>uWSGI</vt:lpstr>
      <vt:lpstr>Nginx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 Miao</dc:creator>
  <cp:lastModifiedBy>Huang Zehuan</cp:lastModifiedBy>
  <cp:revision>211</cp:revision>
  <dcterms:created xsi:type="dcterms:W3CDTF">2020-11-19T14:14:38Z</dcterms:created>
  <dcterms:modified xsi:type="dcterms:W3CDTF">2022-05-04T14:36:03Z</dcterms:modified>
</cp:coreProperties>
</file>